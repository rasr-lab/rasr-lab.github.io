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7"/>
  </p:notesMasterIdLst>
  <p:handoutMasterIdLst>
    <p:handoutMasterId r:id="rId38"/>
  </p:handoutMasterIdLst>
  <p:sldIdLst>
    <p:sldId id="256" r:id="rId5"/>
    <p:sldId id="3846" r:id="rId6"/>
    <p:sldId id="3849" r:id="rId7"/>
    <p:sldId id="3852" r:id="rId8"/>
    <p:sldId id="3853" r:id="rId9"/>
    <p:sldId id="3844" r:id="rId10"/>
    <p:sldId id="3856" r:id="rId11"/>
    <p:sldId id="3857" r:id="rId12"/>
    <p:sldId id="3858" r:id="rId13"/>
    <p:sldId id="3859" r:id="rId14"/>
    <p:sldId id="3854" r:id="rId15"/>
    <p:sldId id="3855" r:id="rId16"/>
    <p:sldId id="3860" r:id="rId17"/>
    <p:sldId id="3861" r:id="rId18"/>
    <p:sldId id="3850" r:id="rId19"/>
    <p:sldId id="3866" r:id="rId20"/>
    <p:sldId id="3864" r:id="rId21"/>
    <p:sldId id="3865" r:id="rId22"/>
    <p:sldId id="3868" r:id="rId23"/>
    <p:sldId id="3867" r:id="rId24"/>
    <p:sldId id="3862" r:id="rId25"/>
    <p:sldId id="3869" r:id="rId26"/>
    <p:sldId id="3870" r:id="rId27"/>
    <p:sldId id="3872" r:id="rId28"/>
    <p:sldId id="3863" r:id="rId29"/>
    <p:sldId id="3871" r:id="rId30"/>
    <p:sldId id="3873" r:id="rId31"/>
    <p:sldId id="3874" r:id="rId32"/>
    <p:sldId id="3875" r:id="rId33"/>
    <p:sldId id="3876" r:id="rId34"/>
    <p:sldId id="3877" r:id="rId35"/>
    <p:sldId id="3847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91F5DF-4BFF-4DFB-8855-DD50A8C2BC62}" v="1" dt="2026-07-25T18:17:10.184"/>
  </p1510:revLst>
</p1510:revInfo>
</file>

<file path=ppt/tableStyles.xml><?xml version="1.0" encoding="utf-8"?>
<a:tblStyleLst xmlns:a="http://schemas.openxmlformats.org/drawingml/2006/main" def="{72833802-FEF1-4C79-8D5D-14CF1EAF98D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94" autoAdjust="0"/>
  </p:normalViewPr>
  <p:slideViewPr>
    <p:cSldViewPr snapToGrid="0">
      <p:cViewPr varScale="1">
        <p:scale>
          <a:sx n="97" d="100"/>
          <a:sy n="97" d="100"/>
        </p:scale>
        <p:origin x="1032" y="90"/>
      </p:cViewPr>
      <p:guideLst/>
    </p:cSldViewPr>
  </p:slideViewPr>
  <p:outlineViewPr>
    <p:cViewPr>
      <p:scale>
        <a:sx n="33" d="100"/>
        <a:sy n="33" d="100"/>
      </p:scale>
      <p:origin x="0" y="-37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757"/>
    </p:cViewPr>
  </p:sorterViewPr>
  <p:notesViewPr>
    <p:cSldViewPr snapToGrid="0">
      <p:cViewPr>
        <p:scale>
          <a:sx n="1" d="2"/>
          <a:sy n="1" d="2"/>
        </p:scale>
        <p:origin x="3480" y="55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45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hat, Sandesh Ganapati" userId="d6be85fd-2603-4ab7-be6e-ebda20a14d6b" providerId="ADAL" clId="{73F528F2-5CEF-4FB9-8B00-680A832D8D37}"/>
    <pc:docChg chg="undo custSel addSld delSld modSld sldOrd">
      <pc:chgData name="Bhat, Sandesh Ganapati" userId="d6be85fd-2603-4ab7-be6e-ebda20a14d6b" providerId="ADAL" clId="{73F528F2-5CEF-4FB9-8B00-680A832D8D37}" dt="2026-07-25T16:33:46.888" v="2545" actId="20577"/>
      <pc:docMkLst>
        <pc:docMk/>
      </pc:docMkLst>
      <pc:sldChg chg="modSp mod">
        <pc:chgData name="Bhat, Sandesh Ganapati" userId="d6be85fd-2603-4ab7-be6e-ebda20a14d6b" providerId="ADAL" clId="{73F528F2-5CEF-4FB9-8B00-680A832D8D37}" dt="2026-07-25T16:33:46.888" v="2545" actId="20577"/>
        <pc:sldMkLst>
          <pc:docMk/>
          <pc:sldMk cId="517426050" sldId="256"/>
        </pc:sldMkLst>
        <pc:spChg chg="mod">
          <ac:chgData name="Bhat, Sandesh Ganapati" userId="d6be85fd-2603-4ab7-be6e-ebda20a14d6b" providerId="ADAL" clId="{73F528F2-5CEF-4FB9-8B00-680A832D8D37}" dt="2026-07-25T16:33:46.888" v="2545" actId="20577"/>
          <ac:spMkLst>
            <pc:docMk/>
            <pc:sldMk cId="517426050" sldId="256"/>
            <ac:spMk id="4" creationId="{10047101-8D42-6100-9CEA-AEC0FAEAB606}"/>
          </ac:spMkLst>
        </pc:spChg>
      </pc:sldChg>
      <pc:sldChg chg="modSp mod">
        <pc:chgData name="Bhat, Sandesh Ganapati" userId="d6be85fd-2603-4ab7-be6e-ebda20a14d6b" providerId="ADAL" clId="{73F528F2-5CEF-4FB9-8B00-680A832D8D37}" dt="2026-07-24T02:33:57.132" v="2511" actId="20577"/>
        <pc:sldMkLst>
          <pc:docMk/>
          <pc:sldMk cId="1562484837" sldId="3847"/>
        </pc:sldMkLst>
        <pc:spChg chg="mod">
          <ac:chgData name="Bhat, Sandesh Ganapati" userId="d6be85fd-2603-4ab7-be6e-ebda20a14d6b" providerId="ADAL" clId="{73F528F2-5CEF-4FB9-8B00-680A832D8D37}" dt="2026-07-24T02:33:57.132" v="2511" actId="20577"/>
          <ac:spMkLst>
            <pc:docMk/>
            <pc:sldMk cId="1562484837" sldId="3847"/>
            <ac:spMk id="2" creationId="{28BAC361-0D7A-DC05-86B5-6DD77D322F5B}"/>
          </ac:spMkLst>
        </pc:spChg>
      </pc:sldChg>
      <pc:sldChg chg="modSp mod">
        <pc:chgData name="Bhat, Sandesh Ganapati" userId="d6be85fd-2603-4ab7-be6e-ebda20a14d6b" providerId="ADAL" clId="{73F528F2-5CEF-4FB9-8B00-680A832D8D37}" dt="2026-07-23T14:56:14.785" v="55" actId="20577"/>
        <pc:sldMkLst>
          <pc:docMk/>
          <pc:sldMk cId="363098972" sldId="3850"/>
        </pc:sldMkLst>
        <pc:spChg chg="mod">
          <ac:chgData name="Bhat, Sandesh Ganapati" userId="d6be85fd-2603-4ab7-be6e-ebda20a14d6b" providerId="ADAL" clId="{73F528F2-5CEF-4FB9-8B00-680A832D8D37}" dt="2026-07-23T14:56:14.785" v="55" actId="20577"/>
          <ac:spMkLst>
            <pc:docMk/>
            <pc:sldMk cId="363098972" sldId="3850"/>
            <ac:spMk id="3" creationId="{FEECEBD4-35BF-26BB-D438-DA43EBD5EE89}"/>
          </ac:spMkLst>
        </pc:spChg>
      </pc:sldChg>
      <pc:sldChg chg="modSp mod">
        <pc:chgData name="Bhat, Sandesh Ganapati" userId="d6be85fd-2603-4ab7-be6e-ebda20a14d6b" providerId="ADAL" clId="{73F528F2-5CEF-4FB9-8B00-680A832D8D37}" dt="2026-07-24T02:29:10.687" v="2486" actId="403"/>
        <pc:sldMkLst>
          <pc:docMk/>
          <pc:sldMk cId="1479483778" sldId="3854"/>
        </pc:sldMkLst>
        <pc:spChg chg="mod">
          <ac:chgData name="Bhat, Sandesh Ganapati" userId="d6be85fd-2603-4ab7-be6e-ebda20a14d6b" providerId="ADAL" clId="{73F528F2-5CEF-4FB9-8B00-680A832D8D37}" dt="2026-07-24T02:29:10.687" v="2486" actId="403"/>
          <ac:spMkLst>
            <pc:docMk/>
            <pc:sldMk cId="1479483778" sldId="3854"/>
            <ac:spMk id="3" creationId="{896E7407-E44B-117A-E2A1-87B758637B04}"/>
          </ac:spMkLst>
        </pc:spChg>
      </pc:sldChg>
      <pc:sldChg chg="modSp mod">
        <pc:chgData name="Bhat, Sandesh Ganapati" userId="d6be85fd-2603-4ab7-be6e-ebda20a14d6b" providerId="ADAL" clId="{73F528F2-5CEF-4FB9-8B00-680A832D8D37}" dt="2026-07-24T02:12:42.954" v="2477" actId="20577"/>
        <pc:sldMkLst>
          <pc:docMk/>
          <pc:sldMk cId="404997493" sldId="3857"/>
        </pc:sldMkLst>
        <pc:spChg chg="mod">
          <ac:chgData name="Bhat, Sandesh Ganapati" userId="d6be85fd-2603-4ab7-be6e-ebda20a14d6b" providerId="ADAL" clId="{73F528F2-5CEF-4FB9-8B00-680A832D8D37}" dt="2026-07-24T02:12:42.954" v="2477" actId="20577"/>
          <ac:spMkLst>
            <pc:docMk/>
            <pc:sldMk cId="404997493" sldId="3857"/>
            <ac:spMk id="3" creationId="{6C063760-E15D-9637-B329-64221BEF345F}"/>
          </ac:spMkLst>
        </pc:spChg>
      </pc:sldChg>
      <pc:sldChg chg="modSp mod">
        <pc:chgData name="Bhat, Sandesh Ganapati" userId="d6be85fd-2603-4ab7-be6e-ebda20a14d6b" providerId="ADAL" clId="{73F528F2-5CEF-4FB9-8B00-680A832D8D37}" dt="2026-07-23T14:52:01.699" v="31" actId="1076"/>
        <pc:sldMkLst>
          <pc:docMk/>
          <pc:sldMk cId="3393360628" sldId="3861"/>
        </pc:sldMkLst>
        <pc:spChg chg="mod">
          <ac:chgData name="Bhat, Sandesh Ganapati" userId="d6be85fd-2603-4ab7-be6e-ebda20a14d6b" providerId="ADAL" clId="{73F528F2-5CEF-4FB9-8B00-680A832D8D37}" dt="2026-07-23T14:51:47.337" v="29" actId="20577"/>
          <ac:spMkLst>
            <pc:docMk/>
            <pc:sldMk cId="3393360628" sldId="3861"/>
            <ac:spMk id="3" creationId="{FE2C7E4F-3840-6023-A105-B05DF7EBA104}"/>
          </ac:spMkLst>
        </pc:spChg>
        <pc:spChg chg="mod">
          <ac:chgData name="Bhat, Sandesh Ganapati" userId="d6be85fd-2603-4ab7-be6e-ebda20a14d6b" providerId="ADAL" clId="{73F528F2-5CEF-4FB9-8B00-680A832D8D37}" dt="2026-07-23T14:52:01.699" v="31" actId="1076"/>
          <ac:spMkLst>
            <pc:docMk/>
            <pc:sldMk cId="3393360628" sldId="3861"/>
            <ac:spMk id="6" creationId="{4E741F2A-A814-47B1-1CCE-AEA720F823AA}"/>
          </ac:spMkLst>
        </pc:spChg>
        <pc:spChg chg="mod">
          <ac:chgData name="Bhat, Sandesh Ganapati" userId="d6be85fd-2603-4ab7-be6e-ebda20a14d6b" providerId="ADAL" clId="{73F528F2-5CEF-4FB9-8B00-680A832D8D37}" dt="2026-07-23T14:51:44.318" v="25" actId="14100"/>
          <ac:spMkLst>
            <pc:docMk/>
            <pc:sldMk cId="3393360628" sldId="3861"/>
            <ac:spMk id="8" creationId="{62251161-FBC5-53A0-3172-C31FC4FCBB35}"/>
          </ac:spMkLst>
        </pc:spChg>
        <pc:picChg chg="mod">
          <ac:chgData name="Bhat, Sandesh Ganapati" userId="d6be85fd-2603-4ab7-be6e-ebda20a14d6b" providerId="ADAL" clId="{73F528F2-5CEF-4FB9-8B00-680A832D8D37}" dt="2026-07-23T14:51:58.277" v="30" actId="1076"/>
          <ac:picMkLst>
            <pc:docMk/>
            <pc:sldMk cId="3393360628" sldId="3861"/>
            <ac:picMk id="4" creationId="{94281B77-EB4A-45A6-FBC1-557664F85172}"/>
          </ac:picMkLst>
        </pc:picChg>
      </pc:sldChg>
      <pc:sldChg chg="modSp mod">
        <pc:chgData name="Bhat, Sandesh Ganapati" userId="d6be85fd-2603-4ab7-be6e-ebda20a14d6b" providerId="ADAL" clId="{73F528F2-5CEF-4FB9-8B00-680A832D8D37}" dt="2026-07-24T02:33:05.844" v="2508" actId="20577"/>
        <pc:sldMkLst>
          <pc:docMk/>
          <pc:sldMk cId="23715176" sldId="3862"/>
        </pc:sldMkLst>
        <pc:spChg chg="mod">
          <ac:chgData name="Bhat, Sandesh Ganapati" userId="d6be85fd-2603-4ab7-be6e-ebda20a14d6b" providerId="ADAL" clId="{73F528F2-5CEF-4FB9-8B00-680A832D8D37}" dt="2026-07-24T02:33:05.844" v="2508" actId="20577"/>
          <ac:spMkLst>
            <pc:docMk/>
            <pc:sldMk cId="23715176" sldId="3862"/>
            <ac:spMk id="3" creationId="{1EC07A0A-50C9-AFEF-27D3-3BBFF17028DB}"/>
          </ac:spMkLst>
        </pc:spChg>
      </pc:sldChg>
      <pc:sldChg chg="modSp mod">
        <pc:chgData name="Bhat, Sandesh Ganapati" userId="d6be85fd-2603-4ab7-be6e-ebda20a14d6b" providerId="ADAL" clId="{73F528F2-5CEF-4FB9-8B00-680A832D8D37}" dt="2026-07-23T21:25:40.567" v="1824" actId="20577"/>
        <pc:sldMkLst>
          <pc:docMk/>
          <pc:sldMk cId="4230140672" sldId="3863"/>
        </pc:sldMkLst>
        <pc:spChg chg="mod">
          <ac:chgData name="Bhat, Sandesh Ganapati" userId="d6be85fd-2603-4ab7-be6e-ebda20a14d6b" providerId="ADAL" clId="{73F528F2-5CEF-4FB9-8B00-680A832D8D37}" dt="2026-07-23T14:53:43.327" v="32" actId="20577"/>
          <ac:spMkLst>
            <pc:docMk/>
            <pc:sldMk cId="4230140672" sldId="3863"/>
            <ac:spMk id="2" creationId="{CF9E531C-09C2-62EC-8D99-78A8E61F8B61}"/>
          </ac:spMkLst>
        </pc:spChg>
        <pc:spChg chg="mod">
          <ac:chgData name="Bhat, Sandesh Ganapati" userId="d6be85fd-2603-4ab7-be6e-ebda20a14d6b" providerId="ADAL" clId="{73F528F2-5CEF-4FB9-8B00-680A832D8D37}" dt="2026-07-23T21:25:40.567" v="1824" actId="20577"/>
          <ac:spMkLst>
            <pc:docMk/>
            <pc:sldMk cId="4230140672" sldId="3863"/>
            <ac:spMk id="3" creationId="{93EF0E50-E583-107F-9BA4-2934D348D955}"/>
          </ac:spMkLst>
        </pc:spChg>
      </pc:sldChg>
      <pc:sldChg chg="addSp delSp modSp new mod modClrScheme chgLayout">
        <pc:chgData name="Bhat, Sandesh Ganapati" userId="d6be85fd-2603-4ab7-be6e-ebda20a14d6b" providerId="ADAL" clId="{73F528F2-5CEF-4FB9-8B00-680A832D8D37}" dt="2026-07-23T15:12:37.992" v="889" actId="27636"/>
        <pc:sldMkLst>
          <pc:docMk/>
          <pc:sldMk cId="1634641038" sldId="3864"/>
        </pc:sldMkLst>
        <pc:spChg chg="mod ord">
          <ac:chgData name="Bhat, Sandesh Ganapati" userId="d6be85fd-2603-4ab7-be6e-ebda20a14d6b" providerId="ADAL" clId="{73F528F2-5CEF-4FB9-8B00-680A832D8D37}" dt="2026-07-23T15:03:36.903" v="432" actId="700"/>
          <ac:spMkLst>
            <pc:docMk/>
            <pc:sldMk cId="1634641038" sldId="3864"/>
            <ac:spMk id="2" creationId="{87343F5B-7949-1AED-72BD-07F641F3FDB0}"/>
          </ac:spMkLst>
        </pc:spChg>
        <pc:spChg chg="add mod ord">
          <ac:chgData name="Bhat, Sandesh Ganapati" userId="d6be85fd-2603-4ab7-be6e-ebda20a14d6b" providerId="ADAL" clId="{73F528F2-5CEF-4FB9-8B00-680A832D8D37}" dt="2026-07-23T15:12:37.992" v="889" actId="27636"/>
          <ac:spMkLst>
            <pc:docMk/>
            <pc:sldMk cId="1634641038" sldId="3864"/>
            <ac:spMk id="4" creationId="{208A2DCE-8D4A-BDEB-BA55-2EFDC4CCB019}"/>
          </ac:spMkLst>
        </pc:spChg>
        <pc:spChg chg="add mod ord">
          <ac:chgData name="Bhat, Sandesh Ganapati" userId="d6be85fd-2603-4ab7-be6e-ebda20a14d6b" providerId="ADAL" clId="{73F528F2-5CEF-4FB9-8B00-680A832D8D37}" dt="2026-07-23T15:03:36.903" v="432" actId="700"/>
          <ac:spMkLst>
            <pc:docMk/>
            <pc:sldMk cId="1634641038" sldId="3864"/>
            <ac:spMk id="12" creationId="{FF78CB40-135F-17B0-877C-E374CBCB76F4}"/>
          </ac:spMkLst>
        </pc:spChg>
        <pc:picChg chg="add mod">
          <ac:chgData name="Bhat, Sandesh Ganapati" userId="d6be85fd-2603-4ab7-be6e-ebda20a14d6b" providerId="ADAL" clId="{73F528F2-5CEF-4FB9-8B00-680A832D8D37}" dt="2026-07-23T14:57:57.705" v="70" actId="1076"/>
          <ac:picMkLst>
            <pc:docMk/>
            <pc:sldMk cId="1634641038" sldId="3864"/>
            <ac:picMk id="10" creationId="{DC247352-3B16-8D20-2A0F-700E3F909C62}"/>
          </ac:picMkLst>
        </pc:picChg>
        <pc:picChg chg="add mod">
          <ac:chgData name="Bhat, Sandesh Ganapati" userId="d6be85fd-2603-4ab7-be6e-ebda20a14d6b" providerId="ADAL" clId="{73F528F2-5CEF-4FB9-8B00-680A832D8D37}" dt="2026-07-23T14:58:14.364" v="75" actId="1076"/>
          <ac:picMkLst>
            <pc:docMk/>
            <pc:sldMk cId="1634641038" sldId="3864"/>
            <ac:picMk id="11" creationId="{8C242D8A-282D-B5D2-E5C9-7F334B97A3B6}"/>
          </ac:picMkLst>
        </pc:picChg>
      </pc:sldChg>
      <pc:sldChg chg="addSp delSp modSp new mod modAnim">
        <pc:chgData name="Bhat, Sandesh Ganapati" userId="d6be85fd-2603-4ab7-be6e-ebda20a14d6b" providerId="ADAL" clId="{73F528F2-5CEF-4FB9-8B00-680A832D8D37}" dt="2026-07-23T20:39:28.411" v="1274"/>
        <pc:sldMkLst>
          <pc:docMk/>
          <pc:sldMk cId="3871671973" sldId="3865"/>
        </pc:sldMkLst>
        <pc:spChg chg="mod">
          <ac:chgData name="Bhat, Sandesh Ganapati" userId="d6be85fd-2603-4ab7-be6e-ebda20a14d6b" providerId="ADAL" clId="{73F528F2-5CEF-4FB9-8B00-680A832D8D37}" dt="2026-07-23T15:13:02.444" v="905" actId="20577"/>
          <ac:spMkLst>
            <pc:docMk/>
            <pc:sldMk cId="3871671973" sldId="3865"/>
            <ac:spMk id="2" creationId="{C6FD1CC2-FB29-C0FF-A87E-88E50EF552FA}"/>
          </ac:spMkLst>
        </pc:spChg>
        <pc:spChg chg="mod">
          <ac:chgData name="Bhat, Sandesh Ganapati" userId="d6be85fd-2603-4ab7-be6e-ebda20a14d6b" providerId="ADAL" clId="{73F528F2-5CEF-4FB9-8B00-680A832D8D37}" dt="2026-07-23T15:19:02.284" v="990" actId="20577"/>
          <ac:spMkLst>
            <pc:docMk/>
            <pc:sldMk cId="3871671973" sldId="3865"/>
            <ac:spMk id="3" creationId="{0E450B3D-7256-BAF2-57B5-0411CA703ACC}"/>
          </ac:spMkLst>
        </pc:spChg>
        <pc:spChg chg="add mod">
          <ac:chgData name="Bhat, Sandesh Ganapati" userId="d6be85fd-2603-4ab7-be6e-ebda20a14d6b" providerId="ADAL" clId="{73F528F2-5CEF-4FB9-8B00-680A832D8D37}" dt="2026-07-23T15:19:29.350" v="996"/>
          <ac:spMkLst>
            <pc:docMk/>
            <pc:sldMk cId="3871671973" sldId="3865"/>
            <ac:spMk id="10" creationId="{D272536D-6838-F12D-142E-249903D05D0A}"/>
          </ac:spMkLst>
        </pc:spChg>
        <pc:spChg chg="add mod">
          <ac:chgData name="Bhat, Sandesh Ganapati" userId="d6be85fd-2603-4ab7-be6e-ebda20a14d6b" providerId="ADAL" clId="{73F528F2-5CEF-4FB9-8B00-680A832D8D37}" dt="2026-07-23T15:19:24.917" v="994"/>
          <ac:spMkLst>
            <pc:docMk/>
            <pc:sldMk cId="3871671973" sldId="3865"/>
            <ac:spMk id="11" creationId="{178E41F5-15C9-B155-4C64-6FEBC2F77232}"/>
          </ac:spMkLst>
        </pc:spChg>
        <pc:spChg chg="add mod">
          <ac:chgData name="Bhat, Sandesh Ganapati" userId="d6be85fd-2603-4ab7-be6e-ebda20a14d6b" providerId="ADAL" clId="{73F528F2-5CEF-4FB9-8B00-680A832D8D37}" dt="2026-07-23T20:39:20.361" v="1273" actId="1076"/>
          <ac:spMkLst>
            <pc:docMk/>
            <pc:sldMk cId="3871671973" sldId="3865"/>
            <ac:spMk id="12" creationId="{FEDF337E-D8FB-4CD2-C0FC-E948FF92D60C}"/>
          </ac:spMkLst>
        </pc:spChg>
        <pc:picChg chg="add mod ord">
          <ac:chgData name="Bhat, Sandesh Ganapati" userId="d6be85fd-2603-4ab7-be6e-ebda20a14d6b" providerId="ADAL" clId="{73F528F2-5CEF-4FB9-8B00-680A832D8D37}" dt="2026-07-23T15:18:39.736" v="975" actId="1076"/>
          <ac:picMkLst>
            <pc:docMk/>
            <pc:sldMk cId="3871671973" sldId="3865"/>
            <ac:picMk id="8" creationId="{F4B88572-6425-DBCD-C5A4-2A68029E8124}"/>
          </ac:picMkLst>
        </pc:picChg>
        <pc:picChg chg="add mod modCrop">
          <ac:chgData name="Bhat, Sandesh Ganapati" userId="d6be85fd-2603-4ab7-be6e-ebda20a14d6b" providerId="ADAL" clId="{73F528F2-5CEF-4FB9-8B00-680A832D8D37}" dt="2026-07-23T15:18:37.559" v="974" actId="1076"/>
          <ac:picMkLst>
            <pc:docMk/>
            <pc:sldMk cId="3871671973" sldId="3865"/>
            <ac:picMk id="9" creationId="{979D399A-460B-1C66-8472-E71E92D53257}"/>
          </ac:picMkLst>
        </pc:picChg>
      </pc:sldChg>
      <pc:sldChg chg="addSp modSp new mod">
        <pc:chgData name="Bhat, Sandesh Ganapati" userId="d6be85fd-2603-4ab7-be6e-ebda20a14d6b" providerId="ADAL" clId="{73F528F2-5CEF-4FB9-8B00-680A832D8D37}" dt="2026-07-23T15:08:34.619" v="688" actId="1076"/>
        <pc:sldMkLst>
          <pc:docMk/>
          <pc:sldMk cId="1954136477" sldId="3866"/>
        </pc:sldMkLst>
        <pc:spChg chg="mod">
          <ac:chgData name="Bhat, Sandesh Ganapati" userId="d6be85fd-2603-4ab7-be6e-ebda20a14d6b" providerId="ADAL" clId="{73F528F2-5CEF-4FB9-8B00-680A832D8D37}" dt="2026-07-23T15:04:41.070" v="493" actId="20577"/>
          <ac:spMkLst>
            <pc:docMk/>
            <pc:sldMk cId="1954136477" sldId="3866"/>
            <ac:spMk id="2" creationId="{2419504F-8B42-E3BD-ED98-A4E00550C83E}"/>
          </ac:spMkLst>
        </pc:spChg>
        <pc:spChg chg="mod">
          <ac:chgData name="Bhat, Sandesh Ganapati" userId="d6be85fd-2603-4ab7-be6e-ebda20a14d6b" providerId="ADAL" clId="{73F528F2-5CEF-4FB9-8B00-680A832D8D37}" dt="2026-07-23T15:06:31.808" v="678" actId="113"/>
          <ac:spMkLst>
            <pc:docMk/>
            <pc:sldMk cId="1954136477" sldId="3866"/>
            <ac:spMk id="3" creationId="{F0865343-F058-7FCD-0F0D-82E3D9B4FB29}"/>
          </ac:spMkLst>
        </pc:spChg>
        <pc:spChg chg="mod">
          <ac:chgData name="Bhat, Sandesh Ganapati" userId="d6be85fd-2603-4ab7-be6e-ebda20a14d6b" providerId="ADAL" clId="{73F528F2-5CEF-4FB9-8B00-680A832D8D37}" dt="2026-07-23T15:06:35.150" v="679" actId="113"/>
          <ac:spMkLst>
            <pc:docMk/>
            <pc:sldMk cId="1954136477" sldId="3866"/>
            <ac:spMk id="4" creationId="{71EB4EB7-4A40-60F4-3CD3-ED07F737DEC7}"/>
          </ac:spMkLst>
        </pc:spChg>
        <pc:picChg chg="add mod">
          <ac:chgData name="Bhat, Sandesh Ganapati" userId="d6be85fd-2603-4ab7-be6e-ebda20a14d6b" providerId="ADAL" clId="{73F528F2-5CEF-4FB9-8B00-680A832D8D37}" dt="2026-07-23T15:07:48.479" v="684" actId="1076"/>
          <ac:picMkLst>
            <pc:docMk/>
            <pc:sldMk cId="1954136477" sldId="3866"/>
            <ac:picMk id="5" creationId="{3DF490C8-FDFE-4401-001E-323146E17769}"/>
          </ac:picMkLst>
        </pc:picChg>
        <pc:picChg chg="add mod">
          <ac:chgData name="Bhat, Sandesh Ganapati" userId="d6be85fd-2603-4ab7-be6e-ebda20a14d6b" providerId="ADAL" clId="{73F528F2-5CEF-4FB9-8B00-680A832D8D37}" dt="2026-07-23T15:08:34.619" v="688" actId="1076"/>
          <ac:picMkLst>
            <pc:docMk/>
            <pc:sldMk cId="1954136477" sldId="3866"/>
            <ac:picMk id="6" creationId="{E4A057E6-CAEC-3F2D-286B-FA7963188275}"/>
          </ac:picMkLst>
        </pc:picChg>
      </pc:sldChg>
      <pc:sldChg chg="modSp new mod">
        <pc:chgData name="Bhat, Sandesh Ganapati" userId="d6be85fd-2603-4ab7-be6e-ebda20a14d6b" providerId="ADAL" clId="{73F528F2-5CEF-4FB9-8B00-680A832D8D37}" dt="2026-07-24T02:32:54.046" v="2487" actId="403"/>
        <pc:sldMkLst>
          <pc:docMk/>
          <pc:sldMk cId="1847247590" sldId="3867"/>
        </pc:sldMkLst>
        <pc:spChg chg="mod">
          <ac:chgData name="Bhat, Sandesh Ganapati" userId="d6be85fd-2603-4ab7-be6e-ebda20a14d6b" providerId="ADAL" clId="{73F528F2-5CEF-4FB9-8B00-680A832D8D37}" dt="2026-07-23T15:10:57.795" v="748" actId="20577"/>
          <ac:spMkLst>
            <pc:docMk/>
            <pc:sldMk cId="1847247590" sldId="3867"/>
            <ac:spMk id="2" creationId="{A36EC090-9347-13B1-A849-6860A51F942B}"/>
          </ac:spMkLst>
        </pc:spChg>
        <pc:spChg chg="mod">
          <ac:chgData name="Bhat, Sandesh Ganapati" userId="d6be85fd-2603-4ab7-be6e-ebda20a14d6b" providerId="ADAL" clId="{73F528F2-5CEF-4FB9-8B00-680A832D8D37}" dt="2026-07-24T02:32:54.046" v="2487" actId="403"/>
          <ac:spMkLst>
            <pc:docMk/>
            <pc:sldMk cId="1847247590" sldId="3867"/>
            <ac:spMk id="3" creationId="{1A920E55-26B1-DF44-3409-2574E125CD87}"/>
          </ac:spMkLst>
        </pc:spChg>
      </pc:sldChg>
      <pc:sldChg chg="addSp delSp modSp new mod">
        <pc:chgData name="Bhat, Sandesh Ganapati" userId="d6be85fd-2603-4ab7-be6e-ebda20a14d6b" providerId="ADAL" clId="{73F528F2-5CEF-4FB9-8B00-680A832D8D37}" dt="2026-07-24T01:16:27.296" v="1833" actId="20577"/>
        <pc:sldMkLst>
          <pc:docMk/>
          <pc:sldMk cId="708746168" sldId="3868"/>
        </pc:sldMkLst>
        <pc:spChg chg="mod">
          <ac:chgData name="Bhat, Sandesh Ganapati" userId="d6be85fd-2603-4ab7-be6e-ebda20a14d6b" providerId="ADAL" clId="{73F528F2-5CEF-4FB9-8B00-680A832D8D37}" dt="2026-07-23T20:07:15.513" v="1030" actId="20577"/>
          <ac:spMkLst>
            <pc:docMk/>
            <pc:sldMk cId="708746168" sldId="3868"/>
            <ac:spMk id="2" creationId="{DB54278B-5737-E4C9-0033-6B151B97E499}"/>
          </ac:spMkLst>
        </pc:spChg>
        <pc:spChg chg="mod">
          <ac:chgData name="Bhat, Sandesh Ganapati" userId="d6be85fd-2603-4ab7-be6e-ebda20a14d6b" providerId="ADAL" clId="{73F528F2-5CEF-4FB9-8B00-680A832D8D37}" dt="2026-07-24T01:16:27.296" v="1833" actId="20577"/>
          <ac:spMkLst>
            <pc:docMk/>
            <pc:sldMk cId="708746168" sldId="3868"/>
            <ac:spMk id="3" creationId="{3ABE44BC-BD5B-BCAB-428D-085118E39587}"/>
          </ac:spMkLst>
        </pc:spChg>
        <pc:picChg chg="add mod">
          <ac:chgData name="Bhat, Sandesh Ganapati" userId="d6be85fd-2603-4ab7-be6e-ebda20a14d6b" providerId="ADAL" clId="{73F528F2-5CEF-4FB9-8B00-680A832D8D37}" dt="2026-07-23T20:07:10.305" v="1015" actId="22"/>
          <ac:picMkLst>
            <pc:docMk/>
            <pc:sldMk cId="708746168" sldId="3868"/>
            <ac:picMk id="6" creationId="{1686ACEF-2F81-9814-57BD-8822BBEB4EF2}"/>
          </ac:picMkLst>
        </pc:picChg>
      </pc:sldChg>
      <pc:sldChg chg="addSp delSp modSp new mod modClrScheme addAnim delAnim modAnim chgLayout">
        <pc:chgData name="Bhat, Sandesh Ganapati" userId="d6be85fd-2603-4ab7-be6e-ebda20a14d6b" providerId="ADAL" clId="{73F528F2-5CEF-4FB9-8B00-680A832D8D37}" dt="2026-07-23T20:50:13.870" v="1429"/>
        <pc:sldMkLst>
          <pc:docMk/>
          <pc:sldMk cId="1979582484" sldId="3869"/>
        </pc:sldMkLst>
        <pc:spChg chg="mod ord">
          <ac:chgData name="Bhat, Sandesh Ganapati" userId="d6be85fd-2603-4ab7-be6e-ebda20a14d6b" providerId="ADAL" clId="{73F528F2-5CEF-4FB9-8B00-680A832D8D37}" dt="2026-07-23T20:37:32.199" v="1210" actId="700"/>
          <ac:spMkLst>
            <pc:docMk/>
            <pc:sldMk cId="1979582484" sldId="3869"/>
            <ac:spMk id="2" creationId="{9B16C8A4-E181-BB7D-C136-4C15B317F148}"/>
          </ac:spMkLst>
        </pc:spChg>
        <pc:spChg chg="mod ord">
          <ac:chgData name="Bhat, Sandesh Ganapati" userId="d6be85fd-2603-4ab7-be6e-ebda20a14d6b" providerId="ADAL" clId="{73F528F2-5CEF-4FB9-8B00-680A832D8D37}" dt="2026-07-23T20:44:34.773" v="1415" actId="20577"/>
          <ac:spMkLst>
            <pc:docMk/>
            <pc:sldMk cId="1979582484" sldId="3869"/>
            <ac:spMk id="3" creationId="{B5AFDE24-4DEA-AD49-0085-2A19F2E449A6}"/>
          </ac:spMkLst>
        </pc:spChg>
        <pc:spChg chg="add mod">
          <ac:chgData name="Bhat, Sandesh Ganapati" userId="d6be85fd-2603-4ab7-be6e-ebda20a14d6b" providerId="ADAL" clId="{73F528F2-5CEF-4FB9-8B00-680A832D8D37}" dt="2026-07-23T20:44:15.147" v="1372" actId="1076"/>
          <ac:spMkLst>
            <pc:docMk/>
            <pc:sldMk cId="1979582484" sldId="3869"/>
            <ac:spMk id="6" creationId="{3598EC7B-D5FC-CFE5-F2B5-988DEB798DE9}"/>
          </ac:spMkLst>
        </pc:spChg>
        <pc:spChg chg="add mod">
          <ac:chgData name="Bhat, Sandesh Ganapati" userId="d6be85fd-2603-4ab7-be6e-ebda20a14d6b" providerId="ADAL" clId="{73F528F2-5CEF-4FB9-8B00-680A832D8D37}" dt="2026-07-23T20:49:45.174" v="1425"/>
          <ac:spMkLst>
            <pc:docMk/>
            <pc:sldMk cId="1979582484" sldId="3869"/>
            <ac:spMk id="7" creationId="{E6CFD15B-0BF5-06B4-81EA-163E31D03009}"/>
          </ac:spMkLst>
        </pc:spChg>
        <pc:picChg chg="add mod ord">
          <ac:chgData name="Bhat, Sandesh Ganapati" userId="d6be85fd-2603-4ab7-be6e-ebda20a14d6b" providerId="ADAL" clId="{73F528F2-5CEF-4FB9-8B00-680A832D8D37}" dt="2026-07-23T20:37:32.199" v="1210" actId="700"/>
          <ac:picMkLst>
            <pc:docMk/>
            <pc:sldMk cId="1979582484" sldId="3869"/>
            <ac:picMk id="5" creationId="{79628CA1-B578-2DFB-4769-A60655040ACF}"/>
          </ac:picMkLst>
        </pc:picChg>
      </pc:sldChg>
      <pc:sldChg chg="addSp delSp modSp new mod modClrScheme addAnim delAnim modAnim chgLayout">
        <pc:chgData name="Bhat, Sandesh Ganapati" userId="d6be85fd-2603-4ab7-be6e-ebda20a14d6b" providerId="ADAL" clId="{73F528F2-5CEF-4FB9-8B00-680A832D8D37}" dt="2026-07-24T01:42:36.622" v="2254" actId="1076"/>
        <pc:sldMkLst>
          <pc:docMk/>
          <pc:sldMk cId="571756145" sldId="3870"/>
        </pc:sldMkLst>
        <pc:spChg chg="add mod">
          <ac:chgData name="Bhat, Sandesh Ganapati" userId="d6be85fd-2603-4ab7-be6e-ebda20a14d6b" providerId="ADAL" clId="{73F528F2-5CEF-4FB9-8B00-680A832D8D37}" dt="2026-07-24T01:42:36.622" v="2254" actId="1076"/>
          <ac:spMkLst>
            <pc:docMk/>
            <pc:sldMk cId="571756145" sldId="3870"/>
            <ac:spMk id="2" creationId="{3F7DA903-6359-6D11-F1F6-964DDF267ED4}"/>
          </ac:spMkLst>
        </pc:spChg>
        <pc:spChg chg="add mod ord">
          <ac:chgData name="Bhat, Sandesh Ganapati" userId="d6be85fd-2603-4ab7-be6e-ebda20a14d6b" providerId="ADAL" clId="{73F528F2-5CEF-4FB9-8B00-680A832D8D37}" dt="2026-07-24T01:41:59.292" v="2244" actId="21"/>
          <ac:spMkLst>
            <pc:docMk/>
            <pc:sldMk cId="571756145" sldId="3870"/>
            <ac:spMk id="4" creationId="{C69D9B48-5601-2916-CDDA-7190195A7439}"/>
          </ac:spMkLst>
        </pc:spChg>
        <pc:spChg chg="add mod ord">
          <ac:chgData name="Bhat, Sandesh Ganapati" userId="d6be85fd-2603-4ab7-be6e-ebda20a14d6b" providerId="ADAL" clId="{73F528F2-5CEF-4FB9-8B00-680A832D8D37}" dt="2026-07-24T01:25:33.663" v="1840" actId="113"/>
          <ac:spMkLst>
            <pc:docMk/>
            <pc:sldMk cId="571756145" sldId="3870"/>
            <ac:spMk id="5" creationId="{CA1EDEFF-C528-E778-2CDD-F8995999F7B9}"/>
          </ac:spMkLst>
        </pc:spChg>
        <pc:spChg chg="add mod ord">
          <ac:chgData name="Bhat, Sandesh Ganapati" userId="d6be85fd-2603-4ab7-be6e-ebda20a14d6b" providerId="ADAL" clId="{73F528F2-5CEF-4FB9-8B00-680A832D8D37}" dt="2026-07-23T20:41:08.484" v="1320" actId="700"/>
          <ac:spMkLst>
            <pc:docMk/>
            <pc:sldMk cId="571756145" sldId="3870"/>
            <ac:spMk id="6" creationId="{F273456A-F2AE-F209-CD1A-8673F1670442}"/>
          </ac:spMkLst>
        </pc:spChg>
        <pc:spChg chg="add mod">
          <ac:chgData name="Bhat, Sandesh Ganapati" userId="d6be85fd-2603-4ab7-be6e-ebda20a14d6b" providerId="ADAL" clId="{73F528F2-5CEF-4FB9-8B00-680A832D8D37}" dt="2026-07-23T20:43:27.974" v="1363" actId="207"/>
          <ac:spMkLst>
            <pc:docMk/>
            <pc:sldMk cId="571756145" sldId="3870"/>
            <ac:spMk id="8" creationId="{00BB9855-0E57-B7C0-05DA-FD4B0061E8A8}"/>
          </ac:spMkLst>
        </pc:spChg>
        <pc:spChg chg="add mod">
          <ac:chgData name="Bhat, Sandesh Ganapati" userId="d6be85fd-2603-4ab7-be6e-ebda20a14d6b" providerId="ADAL" clId="{73F528F2-5CEF-4FB9-8B00-680A832D8D37}" dt="2026-07-23T20:43:20.659" v="1359" actId="1582"/>
          <ac:spMkLst>
            <pc:docMk/>
            <pc:sldMk cId="571756145" sldId="3870"/>
            <ac:spMk id="9" creationId="{6E42C2BB-6798-D711-E307-9D75742C472F}"/>
          </ac:spMkLst>
        </pc:spChg>
        <pc:spChg chg="add mod">
          <ac:chgData name="Bhat, Sandesh Ganapati" userId="d6be85fd-2603-4ab7-be6e-ebda20a14d6b" providerId="ADAL" clId="{73F528F2-5CEF-4FB9-8B00-680A832D8D37}" dt="2026-07-23T20:43:11.605" v="1356" actId="1582"/>
          <ac:spMkLst>
            <pc:docMk/>
            <pc:sldMk cId="571756145" sldId="3870"/>
            <ac:spMk id="10" creationId="{60AE8121-8939-E184-783C-E8E65E0A775F}"/>
          </ac:spMkLst>
        </pc:spChg>
        <pc:picChg chg="add mod modCrop">
          <ac:chgData name="Bhat, Sandesh Ganapati" userId="d6be85fd-2603-4ab7-be6e-ebda20a14d6b" providerId="ADAL" clId="{73F528F2-5CEF-4FB9-8B00-680A832D8D37}" dt="2026-07-23T20:42:03.481" v="1329" actId="1076"/>
          <ac:picMkLst>
            <pc:docMk/>
            <pc:sldMk cId="571756145" sldId="3870"/>
            <ac:picMk id="7" creationId="{DF685064-3492-A31E-7320-CEAF105FEA66}"/>
          </ac:picMkLst>
        </pc:picChg>
      </pc:sldChg>
      <pc:sldChg chg="addSp modSp new mod ord">
        <pc:chgData name="Bhat, Sandesh Ganapati" userId="d6be85fd-2603-4ab7-be6e-ebda20a14d6b" providerId="ADAL" clId="{73F528F2-5CEF-4FB9-8B00-680A832D8D37}" dt="2026-07-23T21:25:03.573" v="1802" actId="108"/>
        <pc:sldMkLst>
          <pc:docMk/>
          <pc:sldMk cId="185229375" sldId="3871"/>
        </pc:sldMkLst>
        <pc:spChg chg="mod">
          <ac:chgData name="Bhat, Sandesh Ganapati" userId="d6be85fd-2603-4ab7-be6e-ebda20a14d6b" providerId="ADAL" clId="{73F528F2-5CEF-4FB9-8B00-680A832D8D37}" dt="2026-07-23T21:21:07.957" v="1677" actId="20577"/>
          <ac:spMkLst>
            <pc:docMk/>
            <pc:sldMk cId="185229375" sldId="3871"/>
            <ac:spMk id="2" creationId="{3C3CE4ED-14E9-AED5-F2A0-31D0A4109A3E}"/>
          </ac:spMkLst>
        </pc:spChg>
        <pc:spChg chg="mod">
          <ac:chgData name="Bhat, Sandesh Ganapati" userId="d6be85fd-2603-4ab7-be6e-ebda20a14d6b" providerId="ADAL" clId="{73F528F2-5CEF-4FB9-8B00-680A832D8D37}" dt="2026-07-23T21:25:03.573" v="1802" actId="108"/>
          <ac:spMkLst>
            <pc:docMk/>
            <pc:sldMk cId="185229375" sldId="3871"/>
            <ac:spMk id="3" creationId="{3FD9EB29-972E-F6CB-A25A-BE6E419B4D8F}"/>
          </ac:spMkLst>
        </pc:spChg>
        <pc:picChg chg="add mod ord">
          <ac:chgData name="Bhat, Sandesh Ganapati" userId="d6be85fd-2603-4ab7-be6e-ebda20a14d6b" providerId="ADAL" clId="{73F528F2-5CEF-4FB9-8B00-680A832D8D37}" dt="2026-07-23T21:21:01.933" v="1665" actId="166"/>
          <ac:picMkLst>
            <pc:docMk/>
            <pc:sldMk cId="185229375" sldId="3871"/>
            <ac:picMk id="6" creationId="{0CEF1A2C-72D9-3EF8-FF68-10644056B913}"/>
          </ac:picMkLst>
        </pc:picChg>
        <pc:picChg chg="add mod">
          <ac:chgData name="Bhat, Sandesh Ganapati" userId="d6be85fd-2603-4ab7-be6e-ebda20a14d6b" providerId="ADAL" clId="{73F528F2-5CEF-4FB9-8B00-680A832D8D37}" dt="2026-07-23T21:21:00.321" v="1664" actId="1076"/>
          <ac:picMkLst>
            <pc:docMk/>
            <pc:sldMk cId="185229375" sldId="3871"/>
            <ac:picMk id="7" creationId="{0C9E0BE4-AD21-B591-EF22-4E1A612ADABC}"/>
          </ac:picMkLst>
        </pc:picChg>
        <pc:picChg chg="add mod">
          <ac:chgData name="Bhat, Sandesh Ganapati" userId="d6be85fd-2603-4ab7-be6e-ebda20a14d6b" providerId="ADAL" clId="{73F528F2-5CEF-4FB9-8B00-680A832D8D37}" dt="2026-07-23T21:24:46.952" v="1801" actId="14100"/>
          <ac:picMkLst>
            <pc:docMk/>
            <pc:sldMk cId="185229375" sldId="3871"/>
            <ac:picMk id="8" creationId="{0808E7BB-4EC4-1AC2-47D2-C5BF1C55DE9D}"/>
          </ac:picMkLst>
        </pc:picChg>
      </pc:sldChg>
      <pc:sldChg chg="addSp delSp modSp add mod delAnim">
        <pc:chgData name="Bhat, Sandesh Ganapati" userId="d6be85fd-2603-4ab7-be6e-ebda20a14d6b" providerId="ADAL" clId="{73F528F2-5CEF-4FB9-8B00-680A832D8D37}" dt="2026-07-24T01:42:39.818" v="2255" actId="22"/>
        <pc:sldMkLst>
          <pc:docMk/>
          <pc:sldMk cId="1818280514" sldId="3872"/>
        </pc:sldMkLst>
        <pc:spChg chg="mod">
          <ac:chgData name="Bhat, Sandesh Ganapati" userId="d6be85fd-2603-4ab7-be6e-ebda20a14d6b" providerId="ADAL" clId="{73F528F2-5CEF-4FB9-8B00-680A832D8D37}" dt="2026-07-23T21:21:45.798" v="1701" actId="20577"/>
          <ac:spMkLst>
            <pc:docMk/>
            <pc:sldMk cId="1818280514" sldId="3872"/>
            <ac:spMk id="4" creationId="{2B0BE536-E57F-E187-20F1-55620F453142}"/>
          </ac:spMkLst>
        </pc:spChg>
        <pc:spChg chg="mod">
          <ac:chgData name="Bhat, Sandesh Ganapati" userId="d6be85fd-2603-4ab7-be6e-ebda20a14d6b" providerId="ADAL" clId="{73F528F2-5CEF-4FB9-8B00-680A832D8D37}" dt="2026-07-24T01:25:28.452" v="1837" actId="403"/>
          <ac:spMkLst>
            <pc:docMk/>
            <pc:sldMk cId="1818280514" sldId="3872"/>
            <ac:spMk id="5" creationId="{70BD451A-FC83-C6F6-8FFF-2B7719A3CE15}"/>
          </ac:spMkLst>
        </pc:spChg>
        <pc:spChg chg="add">
          <ac:chgData name="Bhat, Sandesh Ganapati" userId="d6be85fd-2603-4ab7-be6e-ebda20a14d6b" providerId="ADAL" clId="{73F528F2-5CEF-4FB9-8B00-680A832D8D37}" dt="2026-07-24T01:42:39.818" v="2255" actId="22"/>
          <ac:spMkLst>
            <pc:docMk/>
            <pc:sldMk cId="1818280514" sldId="3872"/>
            <ac:spMk id="7" creationId="{3B489514-79A9-F3C8-1836-CD39A2BBD7B1}"/>
          </ac:spMkLst>
        </pc:spChg>
        <pc:spChg chg="add mod">
          <ac:chgData name="Bhat, Sandesh Ganapati" userId="d6be85fd-2603-4ab7-be6e-ebda20a14d6b" providerId="ADAL" clId="{73F528F2-5CEF-4FB9-8B00-680A832D8D37}" dt="2026-07-23T21:19:50.772" v="1655" actId="1582"/>
          <ac:spMkLst>
            <pc:docMk/>
            <pc:sldMk cId="1818280514" sldId="3872"/>
            <ac:spMk id="18" creationId="{56EF7672-E12B-AA76-ACEB-9408E02B6A94}"/>
          </ac:spMkLst>
        </pc:spChg>
        <pc:spChg chg="add mod">
          <ac:chgData name="Bhat, Sandesh Ganapati" userId="d6be85fd-2603-4ab7-be6e-ebda20a14d6b" providerId="ADAL" clId="{73F528F2-5CEF-4FB9-8B00-680A832D8D37}" dt="2026-07-23T21:19:44.565" v="1654" actId="1582"/>
          <ac:spMkLst>
            <pc:docMk/>
            <pc:sldMk cId="1818280514" sldId="3872"/>
            <ac:spMk id="19" creationId="{22653920-D51D-1703-9702-81146C0DC9C5}"/>
          </ac:spMkLst>
        </pc:spChg>
        <pc:grpChg chg="add mod">
          <ac:chgData name="Bhat, Sandesh Ganapati" userId="d6be85fd-2603-4ab7-be6e-ebda20a14d6b" providerId="ADAL" clId="{73F528F2-5CEF-4FB9-8B00-680A832D8D37}" dt="2026-07-23T21:17:27.050" v="1648" actId="164"/>
          <ac:grpSpMkLst>
            <pc:docMk/>
            <pc:sldMk cId="1818280514" sldId="3872"/>
            <ac:grpSpMk id="20" creationId="{F8584571-00F1-CF2B-DDC8-EBB0F4E0F1D5}"/>
          </ac:grpSpMkLst>
        </pc:grpChg>
        <pc:grpChg chg="add mod">
          <ac:chgData name="Bhat, Sandesh Ganapati" userId="d6be85fd-2603-4ab7-be6e-ebda20a14d6b" providerId="ADAL" clId="{73F528F2-5CEF-4FB9-8B00-680A832D8D37}" dt="2026-07-23T21:17:41.337" v="1651" actId="1076"/>
          <ac:grpSpMkLst>
            <pc:docMk/>
            <pc:sldMk cId="1818280514" sldId="3872"/>
            <ac:grpSpMk id="21" creationId="{EE41A686-B3B2-6B95-C0B2-34DBA3187BAE}"/>
          </ac:grpSpMkLst>
        </pc:grpChg>
        <pc:picChg chg="add mod">
          <ac:chgData name="Bhat, Sandesh Ganapati" userId="d6be85fd-2603-4ab7-be6e-ebda20a14d6b" providerId="ADAL" clId="{73F528F2-5CEF-4FB9-8B00-680A832D8D37}" dt="2026-07-23T21:17:27.050" v="1648" actId="164"/>
          <ac:picMkLst>
            <pc:docMk/>
            <pc:sldMk cId="1818280514" sldId="3872"/>
            <ac:picMk id="3" creationId="{3C535297-EE09-1A7E-29D6-5B0AE76A011D}"/>
          </ac:picMkLst>
        </pc:picChg>
        <pc:picChg chg="add mod modCrop">
          <ac:chgData name="Bhat, Sandesh Ganapati" userId="d6be85fd-2603-4ab7-be6e-ebda20a14d6b" providerId="ADAL" clId="{73F528F2-5CEF-4FB9-8B00-680A832D8D37}" dt="2026-07-23T21:17:22.213" v="1647" actId="164"/>
          <ac:picMkLst>
            <pc:docMk/>
            <pc:sldMk cId="1818280514" sldId="3872"/>
            <ac:picMk id="12" creationId="{B92D6856-770B-5767-0FFB-C257C491BB30}"/>
          </ac:picMkLst>
        </pc:picChg>
        <pc:picChg chg="add mod modCrop">
          <ac:chgData name="Bhat, Sandesh Ganapati" userId="d6be85fd-2603-4ab7-be6e-ebda20a14d6b" providerId="ADAL" clId="{73F528F2-5CEF-4FB9-8B00-680A832D8D37}" dt="2026-07-23T21:17:22.213" v="1647" actId="164"/>
          <ac:picMkLst>
            <pc:docMk/>
            <pc:sldMk cId="1818280514" sldId="3872"/>
            <ac:picMk id="14" creationId="{6AEBD868-579D-DBBC-4FE0-7FAE129B232A}"/>
          </ac:picMkLst>
        </pc:picChg>
      </pc:sldChg>
      <pc:sldChg chg="addSp delSp modSp new mod modClrScheme modAnim chgLayout">
        <pc:chgData name="Bhat, Sandesh Ganapati" userId="d6be85fd-2603-4ab7-be6e-ebda20a14d6b" providerId="ADAL" clId="{73F528F2-5CEF-4FB9-8B00-680A832D8D37}" dt="2026-07-24T01:34:42.009" v="2019"/>
        <pc:sldMkLst>
          <pc:docMk/>
          <pc:sldMk cId="3329116958" sldId="3873"/>
        </pc:sldMkLst>
        <pc:spChg chg="mod">
          <ac:chgData name="Bhat, Sandesh Ganapati" userId="d6be85fd-2603-4ab7-be6e-ebda20a14d6b" providerId="ADAL" clId="{73F528F2-5CEF-4FB9-8B00-680A832D8D37}" dt="2026-07-24T01:27:44.350" v="1859" actId="26606"/>
          <ac:spMkLst>
            <pc:docMk/>
            <pc:sldMk cId="3329116958" sldId="3873"/>
            <ac:spMk id="2" creationId="{35198AD4-C854-E59E-6500-41DD3AB47F5B}"/>
          </ac:spMkLst>
        </pc:spChg>
        <pc:spChg chg="add del mod">
          <ac:chgData name="Bhat, Sandesh Ganapati" userId="d6be85fd-2603-4ab7-be6e-ebda20a14d6b" providerId="ADAL" clId="{73F528F2-5CEF-4FB9-8B00-680A832D8D37}" dt="2026-07-24T01:33:25.682" v="1996" actId="115"/>
          <ac:spMkLst>
            <pc:docMk/>
            <pc:sldMk cId="3329116958" sldId="3873"/>
            <ac:spMk id="3" creationId="{502D0044-9033-E57D-AE49-CE5DA85D5566}"/>
          </ac:spMkLst>
        </pc:spChg>
        <pc:spChg chg="del">
          <ac:chgData name="Bhat, Sandesh Ganapati" userId="d6be85fd-2603-4ab7-be6e-ebda20a14d6b" providerId="ADAL" clId="{73F528F2-5CEF-4FB9-8B00-680A832D8D37}" dt="2026-07-24T01:27:40.029" v="1857"/>
          <ac:spMkLst>
            <pc:docMk/>
            <pc:sldMk cId="3329116958" sldId="3873"/>
            <ac:spMk id="4" creationId="{33101836-B373-15ED-F502-108EBC782850}"/>
          </ac:spMkLst>
        </pc:spChg>
        <pc:spChg chg="add mod">
          <ac:chgData name="Bhat, Sandesh Ganapati" userId="d6be85fd-2603-4ab7-be6e-ebda20a14d6b" providerId="ADAL" clId="{73F528F2-5CEF-4FB9-8B00-680A832D8D37}" dt="2026-07-24T01:28:59.626" v="1869" actId="14100"/>
          <ac:spMkLst>
            <pc:docMk/>
            <pc:sldMk cId="3329116958" sldId="3873"/>
            <ac:spMk id="6" creationId="{0CD5ADFE-2E58-420B-C632-6B5ED56EFF77}"/>
          </ac:spMkLst>
        </pc:spChg>
        <pc:spChg chg="add mod">
          <ac:chgData name="Bhat, Sandesh Ganapati" userId="d6be85fd-2603-4ab7-be6e-ebda20a14d6b" providerId="ADAL" clId="{73F528F2-5CEF-4FB9-8B00-680A832D8D37}" dt="2026-07-24T01:34:20.867" v="2015" actId="1076"/>
          <ac:spMkLst>
            <pc:docMk/>
            <pc:sldMk cId="3329116958" sldId="3873"/>
            <ac:spMk id="7" creationId="{97BDC936-7ABA-A620-BF91-531379ADEA44}"/>
          </ac:spMkLst>
        </pc:spChg>
        <pc:spChg chg="add mod">
          <ac:chgData name="Bhat, Sandesh Ganapati" userId="d6be85fd-2603-4ab7-be6e-ebda20a14d6b" providerId="ADAL" clId="{73F528F2-5CEF-4FB9-8B00-680A832D8D37}" dt="2026-07-24T01:34:36.291" v="2018" actId="208"/>
          <ac:spMkLst>
            <pc:docMk/>
            <pc:sldMk cId="3329116958" sldId="3873"/>
            <ac:spMk id="8" creationId="{01043AD5-12A3-8C0D-BF75-B7674DF2B80E}"/>
          </ac:spMkLst>
        </pc:spChg>
        <pc:picChg chg="add mod modCrop">
          <ac:chgData name="Bhat, Sandesh Ganapati" userId="d6be85fd-2603-4ab7-be6e-ebda20a14d6b" providerId="ADAL" clId="{73F528F2-5CEF-4FB9-8B00-680A832D8D37}" dt="2026-07-24T01:28:43.288" v="1865" actId="14100"/>
          <ac:picMkLst>
            <pc:docMk/>
            <pc:sldMk cId="3329116958" sldId="3873"/>
            <ac:picMk id="5" creationId="{3EE767C0-D291-AC36-9B83-B7111E0831BB}"/>
          </ac:picMkLst>
        </pc:picChg>
      </pc:sldChg>
      <pc:sldChg chg="addSp delSp modSp new mod">
        <pc:chgData name="Bhat, Sandesh Ganapati" userId="d6be85fd-2603-4ab7-be6e-ebda20a14d6b" providerId="ADAL" clId="{73F528F2-5CEF-4FB9-8B00-680A832D8D37}" dt="2026-07-24T01:39:56.343" v="2208" actId="1076"/>
        <pc:sldMkLst>
          <pc:docMk/>
          <pc:sldMk cId="4139971933" sldId="3874"/>
        </pc:sldMkLst>
        <pc:spChg chg="mod">
          <ac:chgData name="Bhat, Sandesh Ganapati" userId="d6be85fd-2603-4ab7-be6e-ebda20a14d6b" providerId="ADAL" clId="{73F528F2-5CEF-4FB9-8B00-680A832D8D37}" dt="2026-07-24T01:35:37.542" v="2058" actId="26606"/>
          <ac:spMkLst>
            <pc:docMk/>
            <pc:sldMk cId="4139971933" sldId="3874"/>
            <ac:spMk id="2" creationId="{6FEBBE9D-045A-DC76-4DDC-B10EBCE95B7F}"/>
          </ac:spMkLst>
        </pc:spChg>
        <pc:spChg chg="mod">
          <ac:chgData name="Bhat, Sandesh Ganapati" userId="d6be85fd-2603-4ab7-be6e-ebda20a14d6b" providerId="ADAL" clId="{73F528F2-5CEF-4FB9-8B00-680A832D8D37}" dt="2026-07-24T01:39:43.597" v="2207" actId="20577"/>
          <ac:spMkLst>
            <pc:docMk/>
            <pc:sldMk cId="4139971933" sldId="3874"/>
            <ac:spMk id="3" creationId="{10BBC1DD-E66A-A8A5-9C5B-B187840235ED}"/>
          </ac:spMkLst>
        </pc:spChg>
        <pc:spChg chg="del">
          <ac:chgData name="Bhat, Sandesh Ganapati" userId="d6be85fd-2603-4ab7-be6e-ebda20a14d6b" providerId="ADAL" clId="{73F528F2-5CEF-4FB9-8B00-680A832D8D37}" dt="2026-07-24T01:35:36.633" v="2057"/>
          <ac:spMkLst>
            <pc:docMk/>
            <pc:sldMk cId="4139971933" sldId="3874"/>
            <ac:spMk id="4" creationId="{02CA6D9D-6656-FB2D-1E2C-A1F873A50524}"/>
          </ac:spMkLst>
        </pc:spChg>
        <pc:spChg chg="add mod">
          <ac:chgData name="Bhat, Sandesh Ganapati" userId="d6be85fd-2603-4ab7-be6e-ebda20a14d6b" providerId="ADAL" clId="{73F528F2-5CEF-4FB9-8B00-680A832D8D37}" dt="2026-07-24T01:39:33.718" v="2204" actId="113"/>
          <ac:spMkLst>
            <pc:docMk/>
            <pc:sldMk cId="4139971933" sldId="3874"/>
            <ac:spMk id="7" creationId="{20F14833-9532-63F1-B05D-AFE9A8724911}"/>
          </ac:spMkLst>
        </pc:spChg>
        <pc:spChg chg="add mod">
          <ac:chgData name="Bhat, Sandesh Ganapati" userId="d6be85fd-2603-4ab7-be6e-ebda20a14d6b" providerId="ADAL" clId="{73F528F2-5CEF-4FB9-8B00-680A832D8D37}" dt="2026-07-24T01:39:33.718" v="2204" actId="113"/>
          <ac:spMkLst>
            <pc:docMk/>
            <pc:sldMk cId="4139971933" sldId="3874"/>
            <ac:spMk id="9" creationId="{01BFA2D5-2CCA-3D33-E983-02F0F50509FF}"/>
          </ac:spMkLst>
        </pc:spChg>
        <pc:spChg chg="add del">
          <ac:chgData name="Bhat, Sandesh Ganapati" userId="d6be85fd-2603-4ab7-be6e-ebda20a14d6b" providerId="ADAL" clId="{73F528F2-5CEF-4FB9-8B00-680A832D8D37}" dt="2026-07-24T01:38:58.773" v="2198" actId="478"/>
          <ac:spMkLst>
            <pc:docMk/>
            <pc:sldMk cId="4139971933" sldId="3874"/>
            <ac:spMk id="10" creationId="{2B9CDE05-47DC-391F-7DD8-9AF6221E38CD}"/>
          </ac:spMkLst>
        </pc:spChg>
        <pc:spChg chg="add mod">
          <ac:chgData name="Bhat, Sandesh Ganapati" userId="d6be85fd-2603-4ab7-be6e-ebda20a14d6b" providerId="ADAL" clId="{73F528F2-5CEF-4FB9-8B00-680A832D8D37}" dt="2026-07-24T01:39:28.214" v="2203"/>
          <ac:spMkLst>
            <pc:docMk/>
            <pc:sldMk cId="4139971933" sldId="3874"/>
            <ac:spMk id="11" creationId="{BA660029-1E97-3556-2508-ABAA29C75FC3}"/>
          </ac:spMkLst>
        </pc:spChg>
        <pc:spChg chg="add mod">
          <ac:chgData name="Bhat, Sandesh Ganapati" userId="d6be85fd-2603-4ab7-be6e-ebda20a14d6b" providerId="ADAL" clId="{73F528F2-5CEF-4FB9-8B00-680A832D8D37}" dt="2026-07-24T01:39:28.214" v="2203"/>
          <ac:spMkLst>
            <pc:docMk/>
            <pc:sldMk cId="4139971933" sldId="3874"/>
            <ac:spMk id="12" creationId="{7A01507A-70B7-D4CB-BB59-3D10A84D9C03}"/>
          </ac:spMkLst>
        </pc:spChg>
        <pc:picChg chg="add mod">
          <ac:chgData name="Bhat, Sandesh Ganapati" userId="d6be85fd-2603-4ab7-be6e-ebda20a14d6b" providerId="ADAL" clId="{73F528F2-5CEF-4FB9-8B00-680A832D8D37}" dt="2026-07-24T01:39:56.343" v="2208" actId="1076"/>
          <ac:picMkLst>
            <pc:docMk/>
            <pc:sldMk cId="4139971933" sldId="3874"/>
            <ac:picMk id="5" creationId="{DC3F860E-7C75-D423-DF9C-B936DAA7309E}"/>
          </ac:picMkLst>
        </pc:picChg>
        <pc:picChg chg="add mod modCrop">
          <ac:chgData name="Bhat, Sandesh Ganapati" userId="d6be85fd-2603-4ab7-be6e-ebda20a14d6b" providerId="ADAL" clId="{73F528F2-5CEF-4FB9-8B00-680A832D8D37}" dt="2026-07-24T01:38:06.586" v="2175" actId="1076"/>
          <ac:picMkLst>
            <pc:docMk/>
            <pc:sldMk cId="4139971933" sldId="3874"/>
            <ac:picMk id="6" creationId="{A7FFA1D0-B854-193B-925A-C59A4A9DEBD6}"/>
          </ac:picMkLst>
        </pc:picChg>
      </pc:sldChg>
      <pc:sldChg chg="addSp delSp modSp new mod">
        <pc:chgData name="Bhat, Sandesh Ganapati" userId="d6be85fd-2603-4ab7-be6e-ebda20a14d6b" providerId="ADAL" clId="{73F528F2-5CEF-4FB9-8B00-680A832D8D37}" dt="2026-07-24T02:02:30.799" v="2360" actId="478"/>
        <pc:sldMkLst>
          <pc:docMk/>
          <pc:sldMk cId="769507207" sldId="3875"/>
        </pc:sldMkLst>
        <pc:spChg chg="mod">
          <ac:chgData name="Bhat, Sandesh Ganapati" userId="d6be85fd-2603-4ab7-be6e-ebda20a14d6b" providerId="ADAL" clId="{73F528F2-5CEF-4FB9-8B00-680A832D8D37}" dt="2026-07-24T01:42:44.829" v="2257" actId="20577"/>
          <ac:spMkLst>
            <pc:docMk/>
            <pc:sldMk cId="769507207" sldId="3875"/>
            <ac:spMk id="2" creationId="{726F67B3-020D-7EA0-EACE-E7B15A192BBF}"/>
          </ac:spMkLst>
        </pc:spChg>
        <pc:spChg chg="mod">
          <ac:chgData name="Bhat, Sandesh Ganapati" userId="d6be85fd-2603-4ab7-be6e-ebda20a14d6b" providerId="ADAL" clId="{73F528F2-5CEF-4FB9-8B00-680A832D8D37}" dt="2026-07-24T01:59:07.809" v="2356" actId="20577"/>
          <ac:spMkLst>
            <pc:docMk/>
            <pc:sldMk cId="769507207" sldId="3875"/>
            <ac:spMk id="3" creationId="{E288D27A-60A0-8A7A-43CB-9EF0701EA0E0}"/>
          </ac:spMkLst>
        </pc:spChg>
        <pc:spChg chg="del mod">
          <ac:chgData name="Bhat, Sandesh Ganapati" userId="d6be85fd-2603-4ab7-be6e-ebda20a14d6b" providerId="ADAL" clId="{73F528F2-5CEF-4FB9-8B00-680A832D8D37}" dt="2026-07-24T02:02:28.879" v="2359" actId="478"/>
          <ac:spMkLst>
            <pc:docMk/>
            <pc:sldMk cId="769507207" sldId="3875"/>
            <ac:spMk id="10" creationId="{1D937929-FE69-4DA2-2C6C-D3F58E1B320F}"/>
          </ac:spMkLst>
        </pc:spChg>
        <pc:spChg chg="del mod">
          <ac:chgData name="Bhat, Sandesh Ganapati" userId="d6be85fd-2603-4ab7-be6e-ebda20a14d6b" providerId="ADAL" clId="{73F528F2-5CEF-4FB9-8B00-680A832D8D37}" dt="2026-07-24T02:02:26.136" v="2358" actId="478"/>
          <ac:spMkLst>
            <pc:docMk/>
            <pc:sldMk cId="769507207" sldId="3875"/>
            <ac:spMk id="11" creationId="{642A5408-7FB2-105A-7F39-08B620B0921A}"/>
          </ac:spMkLst>
        </pc:spChg>
        <pc:spChg chg="add">
          <ac:chgData name="Bhat, Sandesh Ganapati" userId="d6be85fd-2603-4ab7-be6e-ebda20a14d6b" providerId="ADAL" clId="{73F528F2-5CEF-4FB9-8B00-680A832D8D37}" dt="2026-07-24T01:42:42.229" v="2256" actId="22"/>
          <ac:spMkLst>
            <pc:docMk/>
            <pc:sldMk cId="769507207" sldId="3875"/>
            <ac:spMk id="13" creationId="{DC07D0FF-302E-1AD7-EB11-E2423B34FE9C}"/>
          </ac:spMkLst>
        </pc:spChg>
        <pc:spChg chg="add del">
          <ac:chgData name="Bhat, Sandesh Ganapati" userId="d6be85fd-2603-4ab7-be6e-ebda20a14d6b" providerId="ADAL" clId="{73F528F2-5CEF-4FB9-8B00-680A832D8D37}" dt="2026-07-24T01:45:33.347" v="2266" actId="478"/>
          <ac:spMkLst>
            <pc:docMk/>
            <pc:sldMk cId="769507207" sldId="3875"/>
            <ac:spMk id="15" creationId="{BBC1DA42-C2F2-A04A-85DF-FFD578996832}"/>
          </ac:spMkLst>
        </pc:spChg>
        <pc:spChg chg="add mod">
          <ac:chgData name="Bhat, Sandesh Ganapati" userId="d6be85fd-2603-4ab7-be6e-ebda20a14d6b" providerId="ADAL" clId="{73F528F2-5CEF-4FB9-8B00-680A832D8D37}" dt="2026-07-24T01:46:20.808" v="2271" actId="1582"/>
          <ac:spMkLst>
            <pc:docMk/>
            <pc:sldMk cId="769507207" sldId="3875"/>
            <ac:spMk id="16" creationId="{231C9B61-EA1B-DD7B-FE56-FA32E0F23B0C}"/>
          </ac:spMkLst>
        </pc:spChg>
        <pc:spChg chg="add del">
          <ac:chgData name="Bhat, Sandesh Ganapati" userId="d6be85fd-2603-4ab7-be6e-ebda20a14d6b" providerId="ADAL" clId="{73F528F2-5CEF-4FB9-8B00-680A832D8D37}" dt="2026-07-24T01:53:30.366" v="2273" actId="478"/>
          <ac:spMkLst>
            <pc:docMk/>
            <pc:sldMk cId="769507207" sldId="3875"/>
            <ac:spMk id="17" creationId="{C90EB4C9-9B39-CCD5-8212-5EDC3AE8E70E}"/>
          </ac:spMkLst>
        </pc:spChg>
        <pc:spChg chg="add mod">
          <ac:chgData name="Bhat, Sandesh Ganapati" userId="d6be85fd-2603-4ab7-be6e-ebda20a14d6b" providerId="ADAL" clId="{73F528F2-5CEF-4FB9-8B00-680A832D8D37}" dt="2026-07-24T01:54:34.181" v="2276" actId="1582"/>
          <ac:spMkLst>
            <pc:docMk/>
            <pc:sldMk cId="769507207" sldId="3875"/>
            <ac:spMk id="18" creationId="{AA965518-9408-ED37-752F-EB8F94815980}"/>
          </ac:spMkLst>
        </pc:spChg>
        <pc:spChg chg="add mod">
          <ac:chgData name="Bhat, Sandesh Ganapati" userId="d6be85fd-2603-4ab7-be6e-ebda20a14d6b" providerId="ADAL" clId="{73F528F2-5CEF-4FB9-8B00-680A832D8D37}" dt="2026-07-24T01:56:31.507" v="2335" actId="1582"/>
          <ac:spMkLst>
            <pc:docMk/>
            <pc:sldMk cId="769507207" sldId="3875"/>
            <ac:spMk id="19" creationId="{5A74960E-F2F4-5ADB-F7A8-FE11655E4821}"/>
          </ac:spMkLst>
        </pc:spChg>
        <pc:grpChg chg="add mod">
          <ac:chgData name="Bhat, Sandesh Ganapati" userId="d6be85fd-2603-4ab7-be6e-ebda20a14d6b" providerId="ADAL" clId="{73F528F2-5CEF-4FB9-8B00-680A832D8D37}" dt="2026-07-24T01:41:17.465" v="2243"/>
          <ac:grpSpMkLst>
            <pc:docMk/>
            <pc:sldMk cId="769507207" sldId="3875"/>
            <ac:grpSpMk id="5" creationId="{55DBE8E2-E359-4F6D-51A9-41B42C47F74A}"/>
          </ac:grpSpMkLst>
        </pc:grpChg>
        <pc:grpChg chg="del mod">
          <ac:chgData name="Bhat, Sandesh Ganapati" userId="d6be85fd-2603-4ab7-be6e-ebda20a14d6b" providerId="ADAL" clId="{73F528F2-5CEF-4FB9-8B00-680A832D8D37}" dt="2026-07-24T02:02:30.799" v="2360" actId="478"/>
          <ac:grpSpMkLst>
            <pc:docMk/>
            <pc:sldMk cId="769507207" sldId="3875"/>
            <ac:grpSpMk id="7" creationId="{09D0A10A-917D-6865-4FFA-7294BC248DBC}"/>
          </ac:grpSpMkLst>
        </pc:grpChg>
        <pc:picChg chg="mod">
          <ac:chgData name="Bhat, Sandesh Ganapati" userId="d6be85fd-2603-4ab7-be6e-ebda20a14d6b" providerId="ADAL" clId="{73F528F2-5CEF-4FB9-8B00-680A832D8D37}" dt="2026-07-24T01:41:17.465" v="2243"/>
          <ac:picMkLst>
            <pc:docMk/>
            <pc:sldMk cId="769507207" sldId="3875"/>
            <ac:picMk id="6" creationId="{0690866E-7D51-0790-B2FD-6FE85BAEBCC3}"/>
          </ac:picMkLst>
        </pc:picChg>
        <pc:picChg chg="del mod">
          <ac:chgData name="Bhat, Sandesh Ganapati" userId="d6be85fd-2603-4ab7-be6e-ebda20a14d6b" providerId="ADAL" clId="{73F528F2-5CEF-4FB9-8B00-680A832D8D37}" dt="2026-07-24T02:02:30.799" v="2360" actId="478"/>
          <ac:picMkLst>
            <pc:docMk/>
            <pc:sldMk cId="769507207" sldId="3875"/>
            <ac:picMk id="8" creationId="{68D36530-1ABA-F870-FF1A-137DA6F74B60}"/>
          </ac:picMkLst>
        </pc:picChg>
        <pc:picChg chg="mod">
          <ac:chgData name="Bhat, Sandesh Ganapati" userId="d6be85fd-2603-4ab7-be6e-ebda20a14d6b" providerId="ADAL" clId="{73F528F2-5CEF-4FB9-8B00-680A832D8D37}" dt="2026-07-24T01:41:17.465" v="2243"/>
          <ac:picMkLst>
            <pc:docMk/>
            <pc:sldMk cId="769507207" sldId="3875"/>
            <ac:picMk id="9" creationId="{442AABE2-4DCD-C8D4-2B29-8F1B4A0F7FD9}"/>
          </ac:picMkLst>
        </pc:picChg>
        <pc:picChg chg="add mod modCrop">
          <ac:chgData name="Bhat, Sandesh Ganapati" userId="d6be85fd-2603-4ab7-be6e-ebda20a14d6b" providerId="ADAL" clId="{73F528F2-5CEF-4FB9-8B00-680A832D8D37}" dt="2026-07-24T01:45:48.140" v="2268" actId="1076"/>
          <ac:picMkLst>
            <pc:docMk/>
            <pc:sldMk cId="769507207" sldId="3875"/>
            <ac:picMk id="14" creationId="{903E57F8-A4CF-2ECC-5E29-4B26F4FC9FC3}"/>
          </ac:picMkLst>
        </pc:picChg>
      </pc:sldChg>
      <pc:sldChg chg="modSp add mod">
        <pc:chgData name="Bhat, Sandesh Ganapati" userId="d6be85fd-2603-4ab7-be6e-ebda20a14d6b" providerId="ADAL" clId="{73F528F2-5CEF-4FB9-8B00-680A832D8D37}" dt="2026-07-24T02:06:27.650" v="2391" actId="20577"/>
        <pc:sldMkLst>
          <pc:docMk/>
          <pc:sldMk cId="1501505411" sldId="3876"/>
        </pc:sldMkLst>
        <pc:spChg chg="mod">
          <ac:chgData name="Bhat, Sandesh Ganapati" userId="d6be85fd-2603-4ab7-be6e-ebda20a14d6b" providerId="ADAL" clId="{73F528F2-5CEF-4FB9-8B00-680A832D8D37}" dt="2026-07-24T02:06:27.650" v="2391" actId="20577"/>
          <ac:spMkLst>
            <pc:docMk/>
            <pc:sldMk cId="1501505411" sldId="3876"/>
            <ac:spMk id="3" creationId="{EA61D33A-457E-4D0B-69AA-39C6D028E7D0}"/>
          </ac:spMkLst>
        </pc:spChg>
      </pc:sldChg>
      <pc:sldChg chg="modSp new mod">
        <pc:chgData name="Bhat, Sandesh Ganapati" userId="d6be85fd-2603-4ab7-be6e-ebda20a14d6b" providerId="ADAL" clId="{73F528F2-5CEF-4FB9-8B00-680A832D8D37}" dt="2026-07-24T02:07:30.840" v="2431" actId="20577"/>
        <pc:sldMkLst>
          <pc:docMk/>
          <pc:sldMk cId="2778918316" sldId="3877"/>
        </pc:sldMkLst>
        <pc:spChg chg="mod">
          <ac:chgData name="Bhat, Sandesh Ganapati" userId="d6be85fd-2603-4ab7-be6e-ebda20a14d6b" providerId="ADAL" clId="{73F528F2-5CEF-4FB9-8B00-680A832D8D37}" dt="2026-07-24T02:07:30.840" v="2431" actId="20577"/>
          <ac:spMkLst>
            <pc:docMk/>
            <pc:sldMk cId="2778918316" sldId="3877"/>
            <ac:spMk id="3" creationId="{F369CBCA-C40F-D48E-6D9F-5D884F30808D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976AB79-C677-3DB7-78CF-9305D586148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3AB137-CEA6-0244-F12B-1ECC21172D0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C994AA-C437-4EF4-8BEF-0B832D7FA420}" type="datetimeFigureOut">
              <a:rPr lang="en-US" smtClean="0"/>
              <a:t>7/25/2026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68EC96-C6CC-F2AF-D90F-143F4D20A07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F8EC8D-EF88-0275-F75C-A789924433B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757874-EF65-4B61-B062-40C932C8129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20278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20CE03-6C3A-EB4D-A9B1-7EFD38B58412}" type="datetimeFigureOut">
              <a:rPr lang="en-US" smtClean="0"/>
              <a:t>7/25/2026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57D50D-BAA9-464B-B391-243138E078D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0924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D50D-BAA9-464B-B391-243138E078D8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82297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0C6A29-4676-420C-BBE3-ACC2B80F64D4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97097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D50D-BAA9-464B-B391-243138E078D8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19197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D50D-BAA9-464B-B391-243138E078D8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75620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D50D-BAA9-464B-B391-243138E078D8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30263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D50D-BAA9-464B-B391-243138E078D8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25383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9E51F5-5BD4-C0C2-7DF2-5234C50114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DEF485-4EAA-1C2B-9FA9-E3193AF3C4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652688-A3BA-DD06-FA08-445DE604E7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F76CB7-A302-B0C6-A7E7-96812BFE2B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D50D-BAA9-464B-B391-243138E078D8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84597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1FC799-7722-A676-5F1C-5AB1B50FB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03428E-B0AB-7289-FADD-9D087BBCC0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7D36BE-A63C-9FB0-5738-D5117BB52A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B16B67-8805-10BC-7EA0-775A9AC3A0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D50D-BAA9-464B-B391-243138E078D8}" type="slidenum">
              <a:rPr lang="en-US" smtClean="0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15917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D50D-BAA9-464B-B391-243138E078D8}" type="slidenum">
              <a:rPr lang="en-US" smtClean="0"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2290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19429764-E305-A48D-5244-9BCD209022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8286859"/>
            <a:chOff x="0" y="1"/>
            <a:chExt cx="12192000" cy="8286859"/>
          </a:xfrm>
        </p:grpSpPr>
        <p:sp>
          <p:nvSpPr>
            <p:cNvPr id="7" name="Freeform 13">
              <a:extLst>
                <a:ext uri="{FF2B5EF4-FFF2-40B4-BE49-F238E27FC236}">
                  <a16:creationId xmlns:a16="http://schemas.microsoft.com/office/drawing/2014/main" id="{45F65CE3-2411-E8E5-B72E-F5CBEC4DDC55}"/>
                </a:ext>
              </a:extLst>
            </p:cNvPr>
            <p:cNvSpPr/>
            <p:nvPr userDrawn="1"/>
          </p:nvSpPr>
          <p:spPr>
            <a:xfrm>
              <a:off x="4000500" y="1087403"/>
              <a:ext cx="8191500" cy="5770597"/>
            </a:xfrm>
            <a:custGeom>
              <a:avLst/>
              <a:gdLst>
                <a:gd name="connsiteX0" fmla="*/ 4929467 w 8191500"/>
                <a:gd name="connsiteY0" fmla="*/ 0 h 5770597"/>
                <a:gd name="connsiteX1" fmla="*/ 8065066 w 8191500"/>
                <a:gd name="connsiteY1" fmla="*/ 1118513 h 5770597"/>
                <a:gd name="connsiteX2" fmla="*/ 8191500 w 8191500"/>
                <a:gd name="connsiteY2" fmla="*/ 1227339 h 5770597"/>
                <a:gd name="connsiteX3" fmla="*/ 8191500 w 8191500"/>
                <a:gd name="connsiteY3" fmla="*/ 5770597 h 5770597"/>
                <a:gd name="connsiteX4" fmla="*/ 79523 w 8191500"/>
                <a:gd name="connsiteY4" fmla="*/ 5770597 h 5770597"/>
                <a:gd name="connsiteX5" fmla="*/ 56799 w 8191500"/>
                <a:gd name="connsiteY5" fmla="*/ 5644158 h 5770597"/>
                <a:gd name="connsiteX6" fmla="*/ 0 w 8191500"/>
                <a:gd name="connsiteY6" fmla="*/ 4898209 h 5770597"/>
                <a:gd name="connsiteX7" fmla="*/ 4929467 w 8191500"/>
                <a:gd name="connsiteY7" fmla="*/ 0 h 5770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191500" h="5770597">
                  <a:moveTo>
                    <a:pt x="4929467" y="0"/>
                  </a:moveTo>
                  <a:cubicBezTo>
                    <a:pt x="6120547" y="0"/>
                    <a:pt x="7212963" y="419755"/>
                    <a:pt x="8065066" y="1118513"/>
                  </a:cubicBezTo>
                  <a:lnTo>
                    <a:pt x="8191500" y="1227339"/>
                  </a:lnTo>
                  <a:lnTo>
                    <a:pt x="8191500" y="5770597"/>
                  </a:lnTo>
                  <a:lnTo>
                    <a:pt x="79523" y="5770597"/>
                  </a:lnTo>
                  <a:lnTo>
                    <a:pt x="56799" y="5644158"/>
                  </a:lnTo>
                  <a:cubicBezTo>
                    <a:pt x="19398" y="5400934"/>
                    <a:pt x="0" y="5151822"/>
                    <a:pt x="0" y="4898209"/>
                  </a:cubicBezTo>
                  <a:cubicBezTo>
                    <a:pt x="0" y="2193003"/>
                    <a:pt x="2206998" y="0"/>
                    <a:pt x="492946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3B6B51B3-AA6C-9C5E-7032-5AEA05D4590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06241" y="183933"/>
              <a:ext cx="0" cy="1597708"/>
            </a:xfrm>
            <a:prstGeom prst="line">
              <a:avLst/>
            </a:prstGeom>
            <a:ln w="127000" cap="rnd">
              <a:solidFill>
                <a:schemeClr val="accent4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Freeform: Shape 13">
              <a:extLst>
                <a:ext uri="{FF2B5EF4-FFF2-40B4-BE49-F238E27FC236}">
                  <a16:creationId xmlns:a16="http://schemas.microsoft.com/office/drawing/2014/main" id="{4F28561D-5B3C-F08A-F7B5-48E6B74EAEBD}"/>
                </a:ext>
              </a:extLst>
            </p:cNvPr>
            <p:cNvSpPr/>
            <p:nvPr userDrawn="1"/>
          </p:nvSpPr>
          <p:spPr>
            <a:xfrm>
              <a:off x="5292348" y="1"/>
              <a:ext cx="2279742" cy="1267785"/>
            </a:xfrm>
            <a:custGeom>
              <a:avLst/>
              <a:gdLst>
                <a:gd name="connsiteX0" fmla="*/ 0 w 2279742"/>
                <a:gd name="connsiteY0" fmla="*/ 0 h 1267785"/>
                <a:gd name="connsiteX1" fmla="*/ 138700 w 2279742"/>
                <a:gd name="connsiteY1" fmla="*/ 0 h 1267785"/>
                <a:gd name="connsiteX2" fmla="*/ 138700 w 2279742"/>
                <a:gd name="connsiteY2" fmla="*/ 1078193 h 1267785"/>
                <a:gd name="connsiteX3" fmla="*/ 2002733 w 2279742"/>
                <a:gd name="connsiteY3" fmla="*/ 0 h 1267785"/>
                <a:gd name="connsiteX4" fmla="*/ 2279742 w 2279742"/>
                <a:gd name="connsiteY4" fmla="*/ 0 h 1267785"/>
                <a:gd name="connsiteX5" fmla="*/ 104026 w 2279742"/>
                <a:gd name="connsiteY5" fmla="*/ 1258503 h 1267785"/>
                <a:gd name="connsiteX6" fmla="*/ 69351 w 2279742"/>
                <a:gd name="connsiteY6" fmla="*/ 1267785 h 1267785"/>
                <a:gd name="connsiteX7" fmla="*/ 0 w 2279742"/>
                <a:gd name="connsiteY7" fmla="*/ 1198436 h 12677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79742" h="1267785">
                  <a:moveTo>
                    <a:pt x="0" y="0"/>
                  </a:moveTo>
                  <a:lnTo>
                    <a:pt x="138700" y="0"/>
                  </a:lnTo>
                  <a:lnTo>
                    <a:pt x="138700" y="1078193"/>
                  </a:lnTo>
                  <a:lnTo>
                    <a:pt x="2002733" y="0"/>
                  </a:lnTo>
                  <a:lnTo>
                    <a:pt x="2279742" y="0"/>
                  </a:lnTo>
                  <a:lnTo>
                    <a:pt x="104026" y="1258503"/>
                  </a:lnTo>
                  <a:cubicBezTo>
                    <a:pt x="93484" y="1264595"/>
                    <a:pt x="81523" y="1267796"/>
                    <a:pt x="69351" y="1267785"/>
                  </a:cubicBezTo>
                  <a:cubicBezTo>
                    <a:pt x="31049" y="1267785"/>
                    <a:pt x="0" y="1236737"/>
                    <a:pt x="0" y="1198436"/>
                  </a:cubicBezTo>
                  <a:close/>
                </a:path>
              </a:pathLst>
            </a:custGeom>
            <a:solidFill>
              <a:schemeClr val="accent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Freeform: Shape 15">
              <a:extLst>
                <a:ext uri="{FF2B5EF4-FFF2-40B4-BE49-F238E27FC236}">
                  <a16:creationId xmlns:a16="http://schemas.microsoft.com/office/drawing/2014/main" id="{7BD7FF70-44B7-E753-26CD-E228B56C2517}"/>
                </a:ext>
              </a:extLst>
            </p:cNvPr>
            <p:cNvSpPr/>
            <p:nvPr userDrawn="1"/>
          </p:nvSpPr>
          <p:spPr>
            <a:xfrm>
              <a:off x="10208695" y="1"/>
              <a:ext cx="1135066" cy="477997"/>
            </a:xfrm>
            <a:custGeom>
              <a:avLst/>
              <a:gdLst>
                <a:gd name="connsiteX0" fmla="*/ 0 w 1135066"/>
                <a:gd name="connsiteY0" fmla="*/ 0 h 477997"/>
                <a:gd name="connsiteX1" fmla="*/ 1135066 w 1135066"/>
                <a:gd name="connsiteY1" fmla="*/ 0 h 477997"/>
                <a:gd name="connsiteX2" fmla="*/ 1133370 w 1135066"/>
                <a:gd name="connsiteY2" fmla="*/ 16827 h 477997"/>
                <a:gd name="connsiteX3" fmla="*/ 567533 w 1135066"/>
                <a:gd name="connsiteY3" fmla="*/ 477997 h 477997"/>
                <a:gd name="connsiteX4" fmla="*/ 1696 w 1135066"/>
                <a:gd name="connsiteY4" fmla="*/ 16827 h 477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5066" h="477997">
                  <a:moveTo>
                    <a:pt x="0" y="0"/>
                  </a:moveTo>
                  <a:lnTo>
                    <a:pt x="1135066" y="0"/>
                  </a:lnTo>
                  <a:lnTo>
                    <a:pt x="1133370" y="16827"/>
                  </a:lnTo>
                  <a:cubicBezTo>
                    <a:pt x="1079514" y="280016"/>
                    <a:pt x="846644" y="477997"/>
                    <a:pt x="567533" y="477997"/>
                  </a:cubicBezTo>
                  <a:cubicBezTo>
                    <a:pt x="288422" y="477997"/>
                    <a:pt x="55552" y="280016"/>
                    <a:pt x="1696" y="1682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DF9EE857-93B9-ACF6-2AB4-2A29C4B94776}"/>
                </a:ext>
              </a:extLst>
            </p:cNvPr>
            <p:cNvSpPr/>
            <p:nvPr userDrawn="1"/>
          </p:nvSpPr>
          <p:spPr>
            <a:xfrm>
              <a:off x="1569044" y="514898"/>
              <a:ext cx="2393351" cy="2328423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Freeform: Shape 19">
              <a:extLst>
                <a:ext uri="{FF2B5EF4-FFF2-40B4-BE49-F238E27FC236}">
                  <a16:creationId xmlns:a16="http://schemas.microsoft.com/office/drawing/2014/main" id="{75030D84-5EEB-A095-3D43-0ED22BDB8406}"/>
                </a:ext>
              </a:extLst>
            </p:cNvPr>
            <p:cNvSpPr/>
            <p:nvPr userDrawn="1"/>
          </p:nvSpPr>
          <p:spPr>
            <a:xfrm flipH="1">
              <a:off x="0" y="2949740"/>
              <a:ext cx="1186451" cy="1771650"/>
            </a:xfrm>
            <a:custGeom>
              <a:avLst/>
              <a:gdLst>
                <a:gd name="connsiteX0" fmla="*/ 61913 w 1186451"/>
                <a:gd name="connsiteY0" fmla="*/ 0 h 1771650"/>
                <a:gd name="connsiteX1" fmla="*/ 1186451 w 1186451"/>
                <a:gd name="connsiteY1" fmla="*/ 0 h 1771650"/>
                <a:gd name="connsiteX2" fmla="*/ 1186451 w 1186451"/>
                <a:gd name="connsiteY2" fmla="*/ 123825 h 1771650"/>
                <a:gd name="connsiteX3" fmla="*/ 123825 w 1186451"/>
                <a:gd name="connsiteY3" fmla="*/ 123825 h 1771650"/>
                <a:gd name="connsiteX4" fmla="*/ 123825 w 1186451"/>
                <a:gd name="connsiteY4" fmla="*/ 1647825 h 1771650"/>
                <a:gd name="connsiteX5" fmla="*/ 1186451 w 1186451"/>
                <a:gd name="connsiteY5" fmla="*/ 1647825 h 1771650"/>
                <a:gd name="connsiteX6" fmla="*/ 1186451 w 1186451"/>
                <a:gd name="connsiteY6" fmla="*/ 1771650 h 1771650"/>
                <a:gd name="connsiteX7" fmla="*/ 61913 w 1186451"/>
                <a:gd name="connsiteY7" fmla="*/ 1771650 h 1771650"/>
                <a:gd name="connsiteX8" fmla="*/ 0 w 1186451"/>
                <a:gd name="connsiteY8" fmla="*/ 1709738 h 1771650"/>
                <a:gd name="connsiteX9" fmla="*/ 0 w 1186451"/>
                <a:gd name="connsiteY9" fmla="*/ 61913 h 1771650"/>
                <a:gd name="connsiteX10" fmla="*/ 61913 w 1186451"/>
                <a:gd name="connsiteY10" fmla="*/ 0 h 1771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6451" h="1771650">
                  <a:moveTo>
                    <a:pt x="61913" y="0"/>
                  </a:moveTo>
                  <a:lnTo>
                    <a:pt x="1186451" y="0"/>
                  </a:lnTo>
                  <a:lnTo>
                    <a:pt x="1186451" y="123825"/>
                  </a:lnTo>
                  <a:lnTo>
                    <a:pt x="123825" y="123825"/>
                  </a:lnTo>
                  <a:lnTo>
                    <a:pt x="123825" y="1647825"/>
                  </a:lnTo>
                  <a:lnTo>
                    <a:pt x="1186451" y="1647825"/>
                  </a:lnTo>
                  <a:lnTo>
                    <a:pt x="1186451" y="1771650"/>
                  </a:lnTo>
                  <a:lnTo>
                    <a:pt x="61913" y="1771650"/>
                  </a:lnTo>
                  <a:cubicBezTo>
                    <a:pt x="27719" y="1771650"/>
                    <a:pt x="0" y="1743932"/>
                    <a:pt x="0" y="1709738"/>
                  </a:cubicBezTo>
                  <a:lnTo>
                    <a:pt x="0" y="61913"/>
                  </a:lnTo>
                  <a:cubicBezTo>
                    <a:pt x="0" y="27719"/>
                    <a:pt x="27719" y="0"/>
                    <a:pt x="61913" y="0"/>
                  </a:cubicBezTo>
                  <a:close/>
                </a:path>
              </a:pathLst>
            </a:custGeom>
            <a:solidFill>
              <a:schemeClr val="accent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Arc 12">
              <a:extLst>
                <a:ext uri="{FF2B5EF4-FFF2-40B4-BE49-F238E27FC236}">
                  <a16:creationId xmlns:a16="http://schemas.microsoft.com/office/drawing/2014/main" id="{26E6DE3E-6851-19AD-2E60-22F006238173}"/>
                </a:ext>
              </a:extLst>
            </p:cNvPr>
            <p:cNvSpPr/>
            <p:nvPr userDrawn="1"/>
          </p:nvSpPr>
          <p:spPr>
            <a:xfrm rot="16200000">
              <a:off x="1539683" y="4203427"/>
              <a:ext cx="4083433" cy="4083433"/>
            </a:xfrm>
            <a:prstGeom prst="arc">
              <a:avLst/>
            </a:prstGeom>
            <a:ln w="127000" cap="rnd">
              <a:solidFill>
                <a:schemeClr val="accent4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2E8C189B-2E00-67DA-E342-3440F5EBB4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184474" y="2949739"/>
            <a:ext cx="6261291" cy="2396686"/>
          </a:xfrm>
        </p:spPr>
        <p:txBody>
          <a:bodyPr anchor="b" anchorCtr="0">
            <a:noAutofit/>
          </a:bodyPr>
          <a:lstStyle>
            <a:lvl1pPr algn="r"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4246750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3E96D25F-53A2-6217-84B4-7EB874F0B3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89189" y="941148"/>
            <a:ext cx="11182430" cy="4797821"/>
            <a:chOff x="489189" y="941148"/>
            <a:chExt cx="11182430" cy="4797821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A50FA62D-C8AE-52B8-1712-6116756D1A83}"/>
                </a:ext>
              </a:extLst>
            </p:cNvPr>
            <p:cNvSpPr/>
            <p:nvPr userDrawn="1"/>
          </p:nvSpPr>
          <p:spPr>
            <a:xfrm>
              <a:off x="489189" y="1119031"/>
              <a:ext cx="4619938" cy="461993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" name="Arc 8">
              <a:extLst>
                <a:ext uri="{FF2B5EF4-FFF2-40B4-BE49-F238E27FC236}">
                  <a16:creationId xmlns:a16="http://schemas.microsoft.com/office/drawing/2014/main" id="{1D2D6A01-57CF-3C0B-968C-E5A8FD352320}"/>
                </a:ext>
              </a:extLst>
            </p:cNvPr>
            <p:cNvSpPr/>
            <p:nvPr userDrawn="1"/>
          </p:nvSpPr>
          <p:spPr>
            <a:xfrm rot="19809111">
              <a:off x="8683720" y="941148"/>
              <a:ext cx="2987899" cy="2987899"/>
            </a:xfrm>
            <a:prstGeom prst="arc">
              <a:avLst>
                <a:gd name="adj1" fmla="val 15817365"/>
                <a:gd name="adj2" fmla="val 1781380"/>
              </a:avLst>
            </a:prstGeom>
            <a:ln w="127000" cap="rnd">
              <a:solidFill>
                <a:schemeClr val="accent4"/>
              </a:solidFill>
              <a:prstDash val="dash"/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410BEFAA-C349-7DB1-1827-0FA48A430AD8}"/>
                </a:ext>
              </a:extLst>
            </p:cNvPr>
            <p:cNvSpPr/>
            <p:nvPr userDrawn="1"/>
          </p:nvSpPr>
          <p:spPr>
            <a:xfrm>
              <a:off x="910048" y="4780992"/>
              <a:ext cx="546100" cy="5461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957" y="1119031"/>
            <a:ext cx="4384736" cy="4619938"/>
          </a:xfrm>
        </p:spPr>
        <p:txBody>
          <a:bodyPr>
            <a:noAutofit/>
          </a:bodyPr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801708" y="554942"/>
            <a:ext cx="5552091" cy="5768220"/>
          </a:xfrm>
        </p:spPr>
        <p:txBody>
          <a:bodyPr anchor="ctr" anchorCtr="0">
            <a:normAutofit/>
          </a:bodyPr>
          <a:lstStyle>
            <a:lvl1pPr marL="0" indent="0">
              <a:spcBef>
                <a:spcPts val="1000"/>
              </a:spcBef>
              <a:spcAft>
                <a:spcPts val="800"/>
              </a:spcAft>
              <a:buNone/>
              <a:defRPr sz="2400"/>
            </a:lvl1pPr>
            <a:lvl2pPr marL="800100" indent="-3429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000"/>
            </a:lvl2pPr>
            <a:lvl3pPr marL="12001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800"/>
            </a:lvl3pPr>
            <a:lvl4pPr marL="16573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600"/>
            </a:lvl4pPr>
            <a:lvl5pPr marL="21145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6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143880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9EF93C3C-09E9-6CD0-EF4B-6DE09539EE7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9011782 w 12192000"/>
              <a:gd name="connsiteY0" fmla="*/ 4817511 h 6858000"/>
              <a:gd name="connsiteX1" fmla="*/ 8937059 w 12192000"/>
              <a:gd name="connsiteY1" fmla="*/ 4972626 h 6858000"/>
              <a:gd name="connsiteX2" fmla="*/ 8588084 w 12192000"/>
              <a:gd name="connsiteY2" fmla="*/ 5489438 h 6858000"/>
              <a:gd name="connsiteX3" fmla="*/ 8565206 w 12192000"/>
              <a:gd name="connsiteY3" fmla="*/ 5514611 h 6858000"/>
              <a:gd name="connsiteX4" fmla="*/ 8569944 w 12192000"/>
              <a:gd name="connsiteY4" fmla="*/ 5520198 h 6858000"/>
              <a:gd name="connsiteX5" fmla="*/ 8878607 w 12192000"/>
              <a:gd name="connsiteY5" fmla="*/ 5644582 h 6858000"/>
              <a:gd name="connsiteX6" fmla="*/ 9315123 w 12192000"/>
              <a:gd name="connsiteY6" fmla="*/ 5219907 h 6858000"/>
              <a:gd name="connsiteX7" fmla="*/ 9048519 w 12192000"/>
              <a:gd name="connsiteY7" fmla="*/ 4828605 h 6858000"/>
              <a:gd name="connsiteX8" fmla="*/ 6096000 w 12192000"/>
              <a:gd name="connsiteY8" fmla="*/ 200625 h 6858000"/>
              <a:gd name="connsiteX9" fmla="*/ 2867625 w 12192000"/>
              <a:gd name="connsiteY9" fmla="*/ 3429000 h 6858000"/>
              <a:gd name="connsiteX10" fmla="*/ 6096000 w 12192000"/>
              <a:gd name="connsiteY10" fmla="*/ 6657375 h 6858000"/>
              <a:gd name="connsiteX11" fmla="*/ 9324375 w 12192000"/>
              <a:gd name="connsiteY11" fmla="*/ 3429000 h 6858000"/>
              <a:gd name="connsiteX12" fmla="*/ 6096000 w 12192000"/>
              <a:gd name="connsiteY12" fmla="*/ 200625 h 6858000"/>
              <a:gd name="connsiteX13" fmla="*/ 0 w 12192000"/>
              <a:gd name="connsiteY13" fmla="*/ 0 h 6858000"/>
              <a:gd name="connsiteX14" fmla="*/ 12192000 w 12192000"/>
              <a:gd name="connsiteY14" fmla="*/ 0 h 6858000"/>
              <a:gd name="connsiteX15" fmla="*/ 12192000 w 12192000"/>
              <a:gd name="connsiteY15" fmla="*/ 6858000 h 6858000"/>
              <a:gd name="connsiteX16" fmla="*/ 0 w 12192000"/>
              <a:gd name="connsiteY1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2192000" h="6858000">
                <a:moveTo>
                  <a:pt x="9011782" y="4817511"/>
                </a:moveTo>
                <a:lnTo>
                  <a:pt x="8937059" y="4972626"/>
                </a:lnTo>
                <a:cubicBezTo>
                  <a:pt x="8837255" y="5156349"/>
                  <a:pt x="8720206" y="5329344"/>
                  <a:pt x="8588084" y="5489438"/>
                </a:cubicBezTo>
                <a:lnTo>
                  <a:pt x="8565206" y="5514611"/>
                </a:lnTo>
                <a:lnTo>
                  <a:pt x="8569944" y="5520198"/>
                </a:lnTo>
                <a:cubicBezTo>
                  <a:pt x="8648938" y="5597049"/>
                  <a:pt x="8758066" y="5644582"/>
                  <a:pt x="8878607" y="5644582"/>
                </a:cubicBezTo>
                <a:cubicBezTo>
                  <a:pt x="9119688" y="5644582"/>
                  <a:pt x="9315123" y="5454449"/>
                  <a:pt x="9315123" y="5219907"/>
                </a:cubicBezTo>
                <a:cubicBezTo>
                  <a:pt x="9315123" y="5044001"/>
                  <a:pt x="9205191" y="4893074"/>
                  <a:pt x="9048519" y="4828605"/>
                </a:cubicBezTo>
                <a:close/>
                <a:moveTo>
                  <a:pt x="6096000" y="200625"/>
                </a:moveTo>
                <a:cubicBezTo>
                  <a:pt x="4313018" y="200625"/>
                  <a:pt x="2867625" y="1646018"/>
                  <a:pt x="2867625" y="3429000"/>
                </a:cubicBezTo>
                <a:cubicBezTo>
                  <a:pt x="2867625" y="5211982"/>
                  <a:pt x="4313018" y="6657375"/>
                  <a:pt x="6096000" y="6657375"/>
                </a:cubicBezTo>
                <a:cubicBezTo>
                  <a:pt x="7878982" y="6657375"/>
                  <a:pt x="9324375" y="5211982"/>
                  <a:pt x="9324375" y="3429000"/>
                </a:cubicBezTo>
                <a:cubicBezTo>
                  <a:pt x="9324375" y="1646018"/>
                  <a:pt x="7878982" y="200625"/>
                  <a:pt x="6096000" y="200625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>
            <a:no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  <p:sp>
        <p:nvSpPr>
          <p:cNvPr id="3" name="Arc 2">
            <a:extLst>
              <a:ext uri="{FF2B5EF4-FFF2-40B4-BE49-F238E27FC236}">
                <a16:creationId xmlns:a16="http://schemas.microsoft.com/office/drawing/2014/main" id="{D5C3C4BD-DFDB-76B4-17CA-7DA4D1729F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9366740" flipV="1">
            <a:off x="2557952" y="-89828"/>
            <a:ext cx="7173200" cy="7173200"/>
          </a:xfrm>
          <a:prstGeom prst="arc">
            <a:avLst>
              <a:gd name="adj1" fmla="val 16200000"/>
              <a:gd name="adj2" fmla="val 20401595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2B04B61C-6467-D51D-0AF4-5C7D05F36C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68168" y="923544"/>
            <a:ext cx="6455664" cy="5010912"/>
          </a:xfrm>
          <a:prstGeom prst="rect">
            <a:avLst/>
          </a:prstGeom>
          <a:noFill/>
        </p:spPr>
        <p:txBody>
          <a:bodyPr lIns="0" rIns="0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47A19F4B-D154-3EB2-F86A-9A63283A3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8565206" y="4817511"/>
            <a:ext cx="749917" cy="827071"/>
          </a:xfrm>
          <a:custGeom>
            <a:avLst/>
            <a:gdLst>
              <a:gd name="connsiteX0" fmla="*/ 446576 w 749917"/>
              <a:gd name="connsiteY0" fmla="*/ 0 h 827071"/>
              <a:gd name="connsiteX1" fmla="*/ 483313 w 749917"/>
              <a:gd name="connsiteY1" fmla="*/ 11094 h 827071"/>
              <a:gd name="connsiteX2" fmla="*/ 749917 w 749917"/>
              <a:gd name="connsiteY2" fmla="*/ 402396 h 827071"/>
              <a:gd name="connsiteX3" fmla="*/ 313401 w 749917"/>
              <a:gd name="connsiteY3" fmla="*/ 827071 h 827071"/>
              <a:gd name="connsiteX4" fmla="*/ 4738 w 749917"/>
              <a:gd name="connsiteY4" fmla="*/ 702687 h 827071"/>
              <a:gd name="connsiteX5" fmla="*/ 0 w 749917"/>
              <a:gd name="connsiteY5" fmla="*/ 697100 h 827071"/>
              <a:gd name="connsiteX6" fmla="*/ 22878 w 749917"/>
              <a:gd name="connsiteY6" fmla="*/ 671927 h 827071"/>
              <a:gd name="connsiteX7" fmla="*/ 371853 w 749917"/>
              <a:gd name="connsiteY7" fmla="*/ 155115 h 827071"/>
              <a:gd name="connsiteX8" fmla="*/ 446576 w 749917"/>
              <a:gd name="connsiteY8" fmla="*/ 0 h 8270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9917" h="827071">
                <a:moveTo>
                  <a:pt x="446576" y="0"/>
                </a:moveTo>
                <a:lnTo>
                  <a:pt x="483313" y="11094"/>
                </a:lnTo>
                <a:cubicBezTo>
                  <a:pt x="639985" y="75563"/>
                  <a:pt x="749917" y="226490"/>
                  <a:pt x="749917" y="402396"/>
                </a:cubicBezTo>
                <a:cubicBezTo>
                  <a:pt x="749917" y="636938"/>
                  <a:pt x="554482" y="827071"/>
                  <a:pt x="313401" y="827071"/>
                </a:cubicBezTo>
                <a:cubicBezTo>
                  <a:pt x="192860" y="827071"/>
                  <a:pt x="83732" y="779538"/>
                  <a:pt x="4738" y="702687"/>
                </a:cubicBezTo>
                <a:lnTo>
                  <a:pt x="0" y="697100"/>
                </a:lnTo>
                <a:lnTo>
                  <a:pt x="22878" y="671927"/>
                </a:lnTo>
                <a:cubicBezTo>
                  <a:pt x="155000" y="511833"/>
                  <a:pt x="272049" y="338838"/>
                  <a:pt x="371853" y="155115"/>
                </a:cubicBezTo>
                <a:lnTo>
                  <a:pt x="44657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98420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BCB8A6E1-44B2-54E1-6460-1C9B27EE75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5698912" cy="6858001"/>
            <a:chOff x="0" y="-1"/>
            <a:chExt cx="5698912" cy="6858001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D22D7888-22FA-4AA1-9BA4-CC61D6643D47}"/>
                </a:ext>
              </a:extLst>
            </p:cNvPr>
            <p:cNvSpPr/>
            <p:nvPr userDrawn="1"/>
          </p:nvSpPr>
          <p:spPr>
            <a:xfrm flipH="1">
              <a:off x="530529" y="0"/>
              <a:ext cx="1155142" cy="591009"/>
            </a:xfrm>
            <a:custGeom>
              <a:avLst/>
              <a:gdLst>
                <a:gd name="connsiteX0" fmla="*/ 1355 w 1155142"/>
                <a:gd name="connsiteY0" fmla="*/ 0 h 591009"/>
                <a:gd name="connsiteX1" fmla="*/ 1153787 w 1155142"/>
                <a:gd name="connsiteY1" fmla="*/ 0 h 591009"/>
                <a:gd name="connsiteX2" fmla="*/ 1155142 w 1155142"/>
                <a:gd name="connsiteY2" fmla="*/ 13438 h 591009"/>
                <a:gd name="connsiteX3" fmla="*/ 577571 w 1155142"/>
                <a:gd name="connsiteY3" fmla="*/ 591009 h 591009"/>
                <a:gd name="connsiteX4" fmla="*/ 0 w 1155142"/>
                <a:gd name="connsiteY4" fmla="*/ 13438 h 591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5142" h="591009">
                  <a:moveTo>
                    <a:pt x="1355" y="0"/>
                  </a:moveTo>
                  <a:lnTo>
                    <a:pt x="1153787" y="0"/>
                  </a:lnTo>
                  <a:lnTo>
                    <a:pt x="1155142" y="13438"/>
                  </a:lnTo>
                  <a:cubicBezTo>
                    <a:pt x="1155142" y="332422"/>
                    <a:pt x="896555" y="591009"/>
                    <a:pt x="577571" y="591009"/>
                  </a:cubicBezTo>
                  <a:cubicBezTo>
                    <a:pt x="258587" y="591009"/>
                    <a:pt x="0" y="332422"/>
                    <a:pt x="0" y="1343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EBB6E464-8999-4773-A1F2-E6CAA990E572}"/>
                </a:ext>
              </a:extLst>
            </p:cNvPr>
            <p:cNvSpPr/>
            <p:nvPr userDrawn="1"/>
          </p:nvSpPr>
          <p:spPr>
            <a:xfrm flipH="1">
              <a:off x="3961511" y="-1"/>
              <a:ext cx="1737401" cy="959536"/>
            </a:xfrm>
            <a:custGeom>
              <a:avLst/>
              <a:gdLst>
                <a:gd name="connsiteX0" fmla="*/ 0 w 1737401"/>
                <a:gd name="connsiteY0" fmla="*/ 0 h 959536"/>
                <a:gd name="connsiteX1" fmla="*/ 123825 w 1737401"/>
                <a:gd name="connsiteY1" fmla="*/ 0 h 959536"/>
                <a:gd name="connsiteX2" fmla="*/ 123825 w 1737401"/>
                <a:gd name="connsiteY2" fmla="*/ 790277 h 959536"/>
                <a:gd name="connsiteX3" fmla="*/ 1490095 w 1737401"/>
                <a:gd name="connsiteY3" fmla="*/ 0 h 959536"/>
                <a:gd name="connsiteX4" fmla="*/ 1737401 w 1737401"/>
                <a:gd name="connsiteY4" fmla="*/ 0 h 959536"/>
                <a:gd name="connsiteX5" fmla="*/ 92869 w 1737401"/>
                <a:gd name="connsiteY5" fmla="*/ 951249 h 959536"/>
                <a:gd name="connsiteX6" fmla="*/ 61913 w 1737401"/>
                <a:gd name="connsiteY6" fmla="*/ 959536 h 959536"/>
                <a:gd name="connsiteX7" fmla="*/ 0 w 1737401"/>
                <a:gd name="connsiteY7" fmla="*/ 897624 h 959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37401" h="959536">
                  <a:moveTo>
                    <a:pt x="0" y="0"/>
                  </a:moveTo>
                  <a:lnTo>
                    <a:pt x="123825" y="0"/>
                  </a:lnTo>
                  <a:lnTo>
                    <a:pt x="123825" y="790277"/>
                  </a:lnTo>
                  <a:lnTo>
                    <a:pt x="1490095" y="0"/>
                  </a:lnTo>
                  <a:lnTo>
                    <a:pt x="1737401" y="0"/>
                  </a:lnTo>
                  <a:lnTo>
                    <a:pt x="92869" y="951249"/>
                  </a:lnTo>
                  <a:cubicBezTo>
                    <a:pt x="83458" y="956688"/>
                    <a:pt x="72780" y="959546"/>
                    <a:pt x="61913" y="959536"/>
                  </a:cubicBezTo>
                  <a:cubicBezTo>
                    <a:pt x="27719" y="959536"/>
                    <a:pt x="0" y="931818"/>
                    <a:pt x="0" y="897624"/>
                  </a:cubicBezTo>
                  <a:close/>
                </a:path>
              </a:pathLst>
            </a:custGeom>
            <a:solidFill>
              <a:schemeClr val="accent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1EA14BE8-FDD0-4434-9C3E-BFF78C22D9E3}"/>
                </a:ext>
              </a:extLst>
            </p:cNvPr>
            <p:cNvSpPr/>
            <p:nvPr userDrawn="1"/>
          </p:nvSpPr>
          <p:spPr>
            <a:xfrm flipH="1">
              <a:off x="0" y="5835649"/>
              <a:ext cx="1548180" cy="1022351"/>
            </a:xfrm>
            <a:custGeom>
              <a:avLst/>
              <a:gdLst>
                <a:gd name="connsiteX0" fmla="*/ 61913 w 1548180"/>
                <a:gd name="connsiteY0" fmla="*/ 0 h 1022351"/>
                <a:gd name="connsiteX1" fmla="*/ 1548180 w 1548180"/>
                <a:gd name="connsiteY1" fmla="*/ 0 h 1022351"/>
                <a:gd name="connsiteX2" fmla="*/ 1548180 w 1548180"/>
                <a:gd name="connsiteY2" fmla="*/ 123825 h 1022351"/>
                <a:gd name="connsiteX3" fmla="*/ 123825 w 1548180"/>
                <a:gd name="connsiteY3" fmla="*/ 123825 h 1022351"/>
                <a:gd name="connsiteX4" fmla="*/ 123825 w 1548180"/>
                <a:gd name="connsiteY4" fmla="*/ 1022351 h 1022351"/>
                <a:gd name="connsiteX5" fmla="*/ 0 w 1548180"/>
                <a:gd name="connsiteY5" fmla="*/ 1022351 h 1022351"/>
                <a:gd name="connsiteX6" fmla="*/ 0 w 1548180"/>
                <a:gd name="connsiteY6" fmla="*/ 61913 h 1022351"/>
                <a:gd name="connsiteX7" fmla="*/ 61913 w 1548180"/>
                <a:gd name="connsiteY7" fmla="*/ 0 h 102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48180" h="1022351">
                  <a:moveTo>
                    <a:pt x="61913" y="0"/>
                  </a:moveTo>
                  <a:lnTo>
                    <a:pt x="1548180" y="0"/>
                  </a:lnTo>
                  <a:lnTo>
                    <a:pt x="1548180" y="123825"/>
                  </a:lnTo>
                  <a:lnTo>
                    <a:pt x="123825" y="123825"/>
                  </a:lnTo>
                  <a:lnTo>
                    <a:pt x="123825" y="1022351"/>
                  </a:lnTo>
                  <a:lnTo>
                    <a:pt x="0" y="1022351"/>
                  </a:lnTo>
                  <a:lnTo>
                    <a:pt x="0" y="61913"/>
                  </a:lnTo>
                  <a:cubicBezTo>
                    <a:pt x="0" y="27719"/>
                    <a:pt x="27719" y="0"/>
                    <a:pt x="61913" y="0"/>
                  </a:cubicBezTo>
                  <a:close/>
                </a:path>
              </a:pathLst>
            </a:custGeom>
            <a:solidFill>
              <a:schemeClr val="accent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E494E364-7EA8-4D92-915D-75D1A3A67C07}"/>
                </a:ext>
              </a:extLst>
            </p:cNvPr>
            <p:cNvSpPr/>
            <p:nvPr userDrawn="1"/>
          </p:nvSpPr>
          <p:spPr>
            <a:xfrm flipH="1">
              <a:off x="4132972" y="6258755"/>
              <a:ext cx="1565940" cy="599245"/>
            </a:xfrm>
            <a:custGeom>
              <a:avLst/>
              <a:gdLst>
                <a:gd name="connsiteX0" fmla="*/ 782970 w 1565940"/>
                <a:gd name="connsiteY0" fmla="*/ 0 h 599245"/>
                <a:gd name="connsiteX1" fmla="*/ 1528042 w 1565940"/>
                <a:gd name="connsiteY1" fmla="*/ 480469 h 599245"/>
                <a:gd name="connsiteX2" fmla="*/ 1565940 w 1565940"/>
                <a:gd name="connsiteY2" fmla="*/ 599245 h 599245"/>
                <a:gd name="connsiteX3" fmla="*/ 0 w 1565940"/>
                <a:gd name="connsiteY3" fmla="*/ 599245 h 599245"/>
                <a:gd name="connsiteX4" fmla="*/ 37898 w 1565940"/>
                <a:gd name="connsiteY4" fmla="*/ 480469 h 599245"/>
                <a:gd name="connsiteX5" fmla="*/ 782970 w 1565940"/>
                <a:gd name="connsiteY5" fmla="*/ 0 h 599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65940" h="599245">
                  <a:moveTo>
                    <a:pt x="782970" y="0"/>
                  </a:moveTo>
                  <a:cubicBezTo>
                    <a:pt x="1117910" y="0"/>
                    <a:pt x="1405287" y="198118"/>
                    <a:pt x="1528042" y="480469"/>
                  </a:cubicBezTo>
                  <a:lnTo>
                    <a:pt x="1565940" y="599245"/>
                  </a:lnTo>
                  <a:lnTo>
                    <a:pt x="0" y="599245"/>
                  </a:lnTo>
                  <a:lnTo>
                    <a:pt x="37898" y="480469"/>
                  </a:lnTo>
                  <a:cubicBezTo>
                    <a:pt x="160653" y="198118"/>
                    <a:pt x="448030" y="0"/>
                    <a:pt x="78297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7" name="Title 1">
            <a:extLst>
              <a:ext uri="{FF2B5EF4-FFF2-40B4-BE49-F238E27FC236}">
                <a16:creationId xmlns:a16="http://schemas.microsoft.com/office/drawing/2014/main" id="{4F9EBE3B-A856-C23C-4698-B764DF4BC7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22118" y="262762"/>
            <a:ext cx="5507421" cy="3649718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74C9CB37-5251-201C-ACE3-FD69A00C772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07393" y="847600"/>
            <a:ext cx="4619625" cy="4617720"/>
          </a:xfrm>
          <a:prstGeom prst="ellipse">
            <a:avLst/>
          </a:prstGeom>
          <a:noFill/>
        </p:spPr>
        <p:txBody>
          <a:bodyPr tIns="548640"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BF08299-9068-827D-783B-BFF5B95E957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222118" y="4058263"/>
            <a:ext cx="5507421" cy="2141482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Font typeface="Arial" panose="020B0604020202020204" pitchFamily="34" charset="0"/>
              <a:buNone/>
              <a:defRPr sz="2400"/>
            </a:lvl1pPr>
            <a:lvl2pPr marL="228600">
              <a:lnSpc>
                <a:spcPct val="90000"/>
              </a:lnSpc>
              <a:buClr>
                <a:schemeClr val="accent2"/>
              </a:buClr>
              <a:defRPr sz="2000"/>
            </a:lvl2pPr>
            <a:lvl3pPr marL="457200">
              <a:lnSpc>
                <a:spcPct val="90000"/>
              </a:lnSpc>
              <a:buClr>
                <a:schemeClr val="accent2"/>
              </a:buClr>
              <a:defRPr sz="1800"/>
            </a:lvl3pPr>
            <a:lvl4pPr marL="685800">
              <a:lnSpc>
                <a:spcPct val="90000"/>
              </a:lnSpc>
              <a:buClr>
                <a:schemeClr val="accent2"/>
              </a:buClr>
              <a:defRPr sz="1600"/>
            </a:lvl4pPr>
            <a:lvl5pPr>
              <a:lnSpc>
                <a:spcPct val="110000"/>
              </a:lnSpc>
              <a:defRPr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4D3190-B78C-42F1-9D62-F523886BBE5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82496" y="6356350"/>
            <a:ext cx="1545336" cy="365125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381C40-F9FC-4D58-8508-F0632DF5A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9048" y="6356350"/>
            <a:ext cx="4114800" cy="365125"/>
          </a:xfrm>
        </p:spPr>
        <p:txBody>
          <a:bodyPr/>
          <a:lstStyle>
            <a:lvl1pPr algn="l">
              <a:defRPr>
                <a:latin typeface="+mn-lt"/>
              </a:defRPr>
            </a:lvl1pPr>
          </a:lstStyle>
          <a:p>
            <a:pPr algn="l">
              <a:defRPr/>
            </a:pP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01CBCC-4CC2-49BD-B155-01E0F4D79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06456" y="6356350"/>
            <a:ext cx="850392" cy="365125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74680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04803"/>
            <a:ext cx="10515600" cy="1472974"/>
          </a:xfrm>
        </p:spPr>
        <p:txBody>
          <a:bodyPr anchor="ctr" anchorCtr="0">
            <a:noAutofit/>
          </a:bodyPr>
          <a:lstStyle/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E3FB7D8D-37C3-E089-EC02-FB49A13CBE1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38200" y="1838099"/>
            <a:ext cx="8012113" cy="4284889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defRPr sz="1800"/>
            </a:lvl1pPr>
            <a:lvl2pPr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defRPr sz="1600"/>
            </a:lvl2pPr>
            <a:lvl3pPr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defRPr sz="1400"/>
            </a:lvl3pPr>
            <a:lvl4pPr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defRPr sz="1200"/>
            </a:lvl4pPr>
            <a:lvl5pPr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Freeform: Shape 14">
            <a:extLst>
              <a:ext uri="{FF2B5EF4-FFF2-40B4-BE49-F238E27FC236}">
                <a16:creationId xmlns:a16="http://schemas.microsoft.com/office/drawing/2014/main" id="{438B6FA2-AF11-618E-2B1A-38BF083DF3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-381048" y="5144407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reeform: Shape 13">
            <a:extLst>
              <a:ext uri="{FF2B5EF4-FFF2-40B4-BE49-F238E27FC236}">
                <a16:creationId xmlns:a16="http://schemas.microsoft.com/office/drawing/2014/main" id="{A269A8D8-A4AE-CEFF-E928-7DB1CFB3E4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Freeform: Shape 19">
            <a:extLst>
              <a:ext uri="{FF2B5EF4-FFF2-40B4-BE49-F238E27FC236}">
                <a16:creationId xmlns:a16="http://schemas.microsoft.com/office/drawing/2014/main" id="{15418837-E689-97BE-9FAD-FEDBD599EB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11109434" y="3527042"/>
            <a:ext cx="1082566" cy="1616525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5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87894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7DF76A42-387B-8D66-1214-D404620700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940621" y="704193"/>
            <a:ext cx="2296455" cy="229645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D2ACE818-46EF-547E-9315-A849483036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77652" y="0"/>
            <a:ext cx="8798419" cy="6816262"/>
            <a:chOff x="577652" y="-28502"/>
            <a:chExt cx="8798419" cy="6816262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E9644D21-8793-9A96-F305-5D20EE342B26}"/>
                </a:ext>
              </a:extLst>
            </p:cNvPr>
            <p:cNvSpPr/>
            <p:nvPr userDrawn="1"/>
          </p:nvSpPr>
          <p:spPr>
            <a:xfrm>
              <a:off x="2815929" y="148929"/>
              <a:ext cx="6560142" cy="656014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Arc 9">
              <a:extLst>
                <a:ext uri="{FF2B5EF4-FFF2-40B4-BE49-F238E27FC236}">
                  <a16:creationId xmlns:a16="http://schemas.microsoft.com/office/drawing/2014/main" id="{DF8D7AEF-C845-09F0-F31C-20B32BBA1EBA}"/>
                </a:ext>
              </a:extLst>
            </p:cNvPr>
            <p:cNvSpPr/>
            <p:nvPr userDrawn="1"/>
          </p:nvSpPr>
          <p:spPr>
            <a:xfrm rot="9222429" flipV="1">
              <a:off x="2494119" y="-28502"/>
              <a:ext cx="6816262" cy="6816262"/>
            </a:xfrm>
            <a:prstGeom prst="arc">
              <a:avLst>
                <a:gd name="adj1" fmla="val 16200000"/>
                <a:gd name="adj2" fmla="val 20093138"/>
              </a:avLst>
            </a:prstGeom>
            <a:ln w="127000" cap="rnd">
              <a:solidFill>
                <a:schemeClr val="accent4">
                  <a:alpha val="9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5F9D44CB-887B-C74D-3E96-5607E84DAEFF}"/>
                </a:ext>
              </a:extLst>
            </p:cNvPr>
            <p:cNvSpPr/>
            <p:nvPr userDrawn="1"/>
          </p:nvSpPr>
          <p:spPr>
            <a:xfrm>
              <a:off x="577652" y="1085116"/>
              <a:ext cx="759403" cy="738802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4" name="Freeform: Shape 19">
            <a:extLst>
              <a:ext uri="{FF2B5EF4-FFF2-40B4-BE49-F238E27FC236}">
                <a16:creationId xmlns:a16="http://schemas.microsoft.com/office/drawing/2014/main" id="{87D193F4-2337-0048-1BE7-C9A8154191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936118" y="5508455"/>
            <a:ext cx="1082566" cy="1616525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5EE4510-BCBA-C39A-BEF1-A391A3304F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494655" y="5270490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15929" y="1349825"/>
            <a:ext cx="6560142" cy="3063149"/>
          </a:xfrm>
        </p:spPr>
        <p:txBody>
          <a:bodyPr anchor="ctr">
            <a:noAutofit/>
          </a:bodyPr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815929" y="4412973"/>
            <a:ext cx="6560142" cy="1935571"/>
          </a:xfrm>
        </p:spPr>
        <p:txBody>
          <a:bodyPr>
            <a:noAutofit/>
          </a:bodyPr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070940-5919-2C95-2278-32E50BF14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7D599-49CF-19FE-6D86-C5EDB765F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931DF1-1C8D-86B9-BFDD-098FFC00F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37277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ctr" anchorCtr="0">
            <a:noAutofit/>
          </a:bodyPr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4915163" cy="4297680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800"/>
              </a:spcAft>
              <a:buNone/>
              <a:defRPr sz="2000"/>
            </a:lvl1pPr>
            <a:lvl2pPr marL="22860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000"/>
            </a:lvl2pPr>
            <a:lvl3pPr marL="59436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000"/>
            </a:lvl3pPr>
            <a:lvl4pPr marL="86868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000"/>
            </a:lvl4pPr>
            <a:lvl5pPr marL="114300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FB01ADF-164A-96FB-0129-C2A0F0ED0A85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6147896" y="1816916"/>
            <a:ext cx="5212080" cy="4297680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800"/>
              </a:spcAft>
              <a:buNone/>
              <a:defRPr sz="2000"/>
            </a:lvl1pPr>
            <a:lvl2pPr marL="22860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000"/>
            </a:lvl2pPr>
            <a:lvl3pPr marL="59436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000"/>
            </a:lvl3pPr>
            <a:lvl4pPr marL="86868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000"/>
            </a:lvl4pPr>
            <a:lvl5pPr marL="114300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263F0DD-A38B-64B8-7412-087B487E6D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23536" y="2"/>
            <a:ext cx="12068464" cy="6857998"/>
            <a:chOff x="123536" y="2"/>
            <a:chExt cx="12068464" cy="6857998"/>
          </a:xfrm>
        </p:grpSpPr>
        <p:sp>
          <p:nvSpPr>
            <p:cNvPr id="12" name="Freeform: Shape 9">
              <a:extLst>
                <a:ext uri="{FF2B5EF4-FFF2-40B4-BE49-F238E27FC236}">
                  <a16:creationId xmlns:a16="http://schemas.microsoft.com/office/drawing/2014/main" id="{44CE2FB7-A856-E3C3-9798-73AAFB7901B8}"/>
                </a:ext>
              </a:extLst>
            </p:cNvPr>
            <p:cNvSpPr/>
            <p:nvPr userDrawn="1"/>
          </p:nvSpPr>
          <p:spPr>
            <a:xfrm>
              <a:off x="5671336" y="2"/>
              <a:ext cx="849328" cy="357668"/>
            </a:xfrm>
            <a:custGeom>
              <a:avLst/>
              <a:gdLst>
                <a:gd name="connsiteX0" fmla="*/ 0 w 1135066"/>
                <a:gd name="connsiteY0" fmla="*/ 0 h 477997"/>
                <a:gd name="connsiteX1" fmla="*/ 1135066 w 1135066"/>
                <a:gd name="connsiteY1" fmla="*/ 0 h 477997"/>
                <a:gd name="connsiteX2" fmla="*/ 1133370 w 1135066"/>
                <a:gd name="connsiteY2" fmla="*/ 16827 h 477997"/>
                <a:gd name="connsiteX3" fmla="*/ 567533 w 1135066"/>
                <a:gd name="connsiteY3" fmla="*/ 477997 h 477997"/>
                <a:gd name="connsiteX4" fmla="*/ 1696 w 1135066"/>
                <a:gd name="connsiteY4" fmla="*/ 16827 h 477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5066" h="477997">
                  <a:moveTo>
                    <a:pt x="0" y="0"/>
                  </a:moveTo>
                  <a:lnTo>
                    <a:pt x="1135066" y="0"/>
                  </a:lnTo>
                  <a:lnTo>
                    <a:pt x="1133370" y="16827"/>
                  </a:lnTo>
                  <a:cubicBezTo>
                    <a:pt x="1079514" y="280016"/>
                    <a:pt x="846644" y="477997"/>
                    <a:pt x="567533" y="477997"/>
                  </a:cubicBezTo>
                  <a:cubicBezTo>
                    <a:pt x="288422" y="477997"/>
                    <a:pt x="55552" y="280016"/>
                    <a:pt x="1696" y="1682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Freeform: Shape 10">
              <a:extLst>
                <a:ext uri="{FF2B5EF4-FFF2-40B4-BE49-F238E27FC236}">
                  <a16:creationId xmlns:a16="http://schemas.microsoft.com/office/drawing/2014/main" id="{47ED62E5-894A-A8F9-A6DC-4A5C147CDE78}"/>
                </a:ext>
              </a:extLst>
            </p:cNvPr>
            <p:cNvSpPr/>
            <p:nvPr userDrawn="1"/>
          </p:nvSpPr>
          <p:spPr>
            <a:xfrm flipH="1">
              <a:off x="123536" y="5717905"/>
              <a:ext cx="1771609" cy="1140095"/>
            </a:xfrm>
            <a:custGeom>
              <a:avLst/>
              <a:gdLst>
                <a:gd name="connsiteX0" fmla="*/ 1561721 w 1771609"/>
                <a:gd name="connsiteY0" fmla="*/ 763041 h 1140095"/>
                <a:gd name="connsiteX1" fmla="*/ 1623024 w 1771609"/>
                <a:gd name="connsiteY1" fmla="*/ 792810 h 1140095"/>
                <a:gd name="connsiteX2" fmla="*/ 1711735 w 1771609"/>
                <a:gd name="connsiteY2" fmla="*/ 970132 h 1140095"/>
                <a:gd name="connsiteX3" fmla="*/ 1771609 w 1771609"/>
                <a:gd name="connsiteY3" fmla="*/ 1140095 h 1140095"/>
                <a:gd name="connsiteX4" fmla="*/ 1637225 w 1771609"/>
                <a:gd name="connsiteY4" fmla="*/ 1140095 h 1140095"/>
                <a:gd name="connsiteX5" fmla="*/ 1594820 w 1771609"/>
                <a:gd name="connsiteY5" fmla="*/ 1019711 h 1140095"/>
                <a:gd name="connsiteX6" fmla="*/ 1513200 w 1771609"/>
                <a:gd name="connsiteY6" fmla="*/ 856627 h 1140095"/>
                <a:gd name="connsiteX7" fmla="*/ 1538499 w 1771609"/>
                <a:gd name="connsiteY7" fmla="*/ 770415 h 1140095"/>
                <a:gd name="connsiteX8" fmla="*/ 1561721 w 1771609"/>
                <a:gd name="connsiteY8" fmla="*/ 763041 h 1140095"/>
                <a:gd name="connsiteX9" fmla="*/ 933455 w 1771609"/>
                <a:gd name="connsiteY9" fmla="*/ 161309 h 1140095"/>
                <a:gd name="connsiteX10" fmla="*/ 957797 w 1771609"/>
                <a:gd name="connsiteY10" fmla="*/ 167970 h 1140095"/>
                <a:gd name="connsiteX11" fmla="*/ 1286982 w 1771609"/>
                <a:gd name="connsiteY11" fmla="*/ 387616 h 1140095"/>
                <a:gd name="connsiteX12" fmla="*/ 1293725 w 1771609"/>
                <a:gd name="connsiteY12" fmla="*/ 477075 h 1140095"/>
                <a:gd name="connsiteX13" fmla="*/ 1245453 w 1771609"/>
                <a:gd name="connsiteY13" fmla="*/ 499154 h 1140095"/>
                <a:gd name="connsiteX14" fmla="*/ 1245167 w 1771609"/>
                <a:gd name="connsiteY14" fmla="*/ 499154 h 1140095"/>
                <a:gd name="connsiteX15" fmla="*/ 1203638 w 1771609"/>
                <a:gd name="connsiteY15" fmla="*/ 484104 h 1140095"/>
                <a:gd name="connsiteX16" fmla="*/ 900647 w 1771609"/>
                <a:gd name="connsiteY16" fmla="*/ 281508 h 1140095"/>
                <a:gd name="connsiteX17" fmla="*/ 872454 w 1771609"/>
                <a:gd name="connsiteY17" fmla="*/ 196164 h 1140095"/>
                <a:gd name="connsiteX18" fmla="*/ 933455 w 1771609"/>
                <a:gd name="connsiteY18" fmla="*/ 161309 h 1140095"/>
                <a:gd name="connsiteX19" fmla="*/ 256260 w 1771609"/>
                <a:gd name="connsiteY19" fmla="*/ 29 h 1140095"/>
                <a:gd name="connsiteX20" fmla="*/ 454020 w 1771609"/>
                <a:gd name="connsiteY20" fmla="*/ 13474 h 1140095"/>
                <a:gd name="connsiteX21" fmla="*/ 509236 w 1771609"/>
                <a:gd name="connsiteY21" fmla="*/ 84182 h 1140095"/>
                <a:gd name="connsiteX22" fmla="*/ 445829 w 1771609"/>
                <a:gd name="connsiteY22" fmla="*/ 139871 h 1140095"/>
                <a:gd name="connsiteX23" fmla="*/ 437447 w 1771609"/>
                <a:gd name="connsiteY23" fmla="*/ 139395 h 1140095"/>
                <a:gd name="connsiteX24" fmla="*/ 73211 w 1771609"/>
                <a:gd name="connsiteY24" fmla="*/ 137204 h 1140095"/>
                <a:gd name="connsiteX25" fmla="*/ 749 w 1771609"/>
                <a:gd name="connsiteY25" fmla="*/ 84082 h 1140095"/>
                <a:gd name="connsiteX26" fmla="*/ 53871 w 1771609"/>
                <a:gd name="connsiteY26" fmla="*/ 11621 h 1140095"/>
                <a:gd name="connsiteX27" fmla="*/ 58352 w 1771609"/>
                <a:gd name="connsiteY27" fmla="*/ 11093 h 1140095"/>
                <a:gd name="connsiteX28" fmla="*/ 256260 w 1771609"/>
                <a:gd name="connsiteY28" fmla="*/ 29 h 11400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771609" h="1140095">
                  <a:moveTo>
                    <a:pt x="1561721" y="763041"/>
                  </a:moveTo>
                  <a:cubicBezTo>
                    <a:pt x="1585506" y="760324"/>
                    <a:pt x="1609722" y="771249"/>
                    <a:pt x="1623024" y="792810"/>
                  </a:cubicBezTo>
                  <a:cubicBezTo>
                    <a:pt x="1656300" y="850065"/>
                    <a:pt x="1685920" y="909291"/>
                    <a:pt x="1711735" y="970132"/>
                  </a:cubicBezTo>
                  <a:lnTo>
                    <a:pt x="1771609" y="1140095"/>
                  </a:lnTo>
                  <a:lnTo>
                    <a:pt x="1637225" y="1140095"/>
                  </a:lnTo>
                  <a:lnTo>
                    <a:pt x="1594820" y="1019711"/>
                  </a:lnTo>
                  <a:cubicBezTo>
                    <a:pt x="1571072" y="963753"/>
                    <a:pt x="1543818" y="909282"/>
                    <a:pt x="1513200" y="856627"/>
                  </a:cubicBezTo>
                  <a:cubicBezTo>
                    <a:pt x="1496379" y="825834"/>
                    <a:pt x="1507704" y="787236"/>
                    <a:pt x="1538499" y="770415"/>
                  </a:cubicBezTo>
                  <a:cubicBezTo>
                    <a:pt x="1545912" y="766367"/>
                    <a:pt x="1553792" y="763946"/>
                    <a:pt x="1561721" y="763041"/>
                  </a:cubicBezTo>
                  <a:close/>
                  <a:moveTo>
                    <a:pt x="933455" y="161309"/>
                  </a:moveTo>
                  <a:cubicBezTo>
                    <a:pt x="941693" y="161855"/>
                    <a:pt x="949959" y="164025"/>
                    <a:pt x="957797" y="167970"/>
                  </a:cubicBezTo>
                  <a:cubicBezTo>
                    <a:pt x="1076184" y="227289"/>
                    <a:pt x="1186759" y="301068"/>
                    <a:pt x="1286982" y="387616"/>
                  </a:cubicBezTo>
                  <a:cubicBezTo>
                    <a:pt x="1313547" y="410457"/>
                    <a:pt x="1316566" y="450510"/>
                    <a:pt x="1293725" y="477075"/>
                  </a:cubicBezTo>
                  <a:cubicBezTo>
                    <a:pt x="1281638" y="491137"/>
                    <a:pt x="1263998" y="499204"/>
                    <a:pt x="1245453" y="499154"/>
                  </a:cubicBezTo>
                  <a:lnTo>
                    <a:pt x="1245167" y="499154"/>
                  </a:lnTo>
                  <a:cubicBezTo>
                    <a:pt x="1229965" y="499301"/>
                    <a:pt x="1215220" y="493956"/>
                    <a:pt x="1203638" y="484104"/>
                  </a:cubicBezTo>
                  <a:cubicBezTo>
                    <a:pt x="1111407" y="404300"/>
                    <a:pt x="1009633" y="336248"/>
                    <a:pt x="900647" y="281508"/>
                  </a:cubicBezTo>
                  <a:cubicBezTo>
                    <a:pt x="869295" y="265726"/>
                    <a:pt x="856672" y="227516"/>
                    <a:pt x="872454" y="196164"/>
                  </a:cubicBezTo>
                  <a:cubicBezTo>
                    <a:pt x="884290" y="172650"/>
                    <a:pt x="908742" y="159670"/>
                    <a:pt x="933455" y="161309"/>
                  </a:cubicBezTo>
                  <a:close/>
                  <a:moveTo>
                    <a:pt x="256260" y="29"/>
                  </a:moveTo>
                  <a:cubicBezTo>
                    <a:pt x="322331" y="427"/>
                    <a:pt x="388378" y="4909"/>
                    <a:pt x="454020" y="13474"/>
                  </a:cubicBezTo>
                  <a:cubicBezTo>
                    <a:pt x="488793" y="17752"/>
                    <a:pt x="513514" y="49409"/>
                    <a:pt x="509236" y="84182"/>
                  </a:cubicBezTo>
                  <a:cubicBezTo>
                    <a:pt x="505303" y="116151"/>
                    <a:pt x="478038" y="140098"/>
                    <a:pt x="445829" y="139871"/>
                  </a:cubicBezTo>
                  <a:cubicBezTo>
                    <a:pt x="443027" y="139899"/>
                    <a:pt x="440227" y="139740"/>
                    <a:pt x="437447" y="139395"/>
                  </a:cubicBezTo>
                  <a:cubicBezTo>
                    <a:pt x="316592" y="123615"/>
                    <a:pt x="194247" y="122878"/>
                    <a:pt x="73211" y="137204"/>
                  </a:cubicBezTo>
                  <a:cubicBezTo>
                    <a:pt x="38532" y="142545"/>
                    <a:pt x="6090" y="118762"/>
                    <a:pt x="749" y="84082"/>
                  </a:cubicBezTo>
                  <a:cubicBezTo>
                    <a:pt x="-4591" y="49403"/>
                    <a:pt x="19192" y="16961"/>
                    <a:pt x="53871" y="11621"/>
                  </a:cubicBezTo>
                  <a:cubicBezTo>
                    <a:pt x="55358" y="11392"/>
                    <a:pt x="56852" y="11216"/>
                    <a:pt x="58352" y="11093"/>
                  </a:cubicBezTo>
                  <a:cubicBezTo>
                    <a:pt x="124093" y="3319"/>
                    <a:pt x="190189" y="-369"/>
                    <a:pt x="256260" y="29"/>
                  </a:cubicBezTo>
                  <a:close/>
                </a:path>
              </a:pathLst>
            </a:custGeom>
            <a:solidFill>
              <a:schemeClr val="accent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Freeform: Shape 11">
              <a:extLst>
                <a:ext uri="{FF2B5EF4-FFF2-40B4-BE49-F238E27FC236}">
                  <a16:creationId xmlns:a16="http://schemas.microsoft.com/office/drawing/2014/main" id="{5C181CD4-C69B-2826-AF23-060D677248A9}"/>
                </a:ext>
              </a:extLst>
            </p:cNvPr>
            <p:cNvSpPr/>
            <p:nvPr userDrawn="1"/>
          </p:nvSpPr>
          <p:spPr>
            <a:xfrm rot="5400000">
              <a:off x="11328915" y="3872201"/>
              <a:ext cx="1214656" cy="511514"/>
            </a:xfrm>
            <a:custGeom>
              <a:avLst/>
              <a:gdLst>
                <a:gd name="connsiteX0" fmla="*/ 0 w 1135066"/>
                <a:gd name="connsiteY0" fmla="*/ 0 h 477997"/>
                <a:gd name="connsiteX1" fmla="*/ 1135066 w 1135066"/>
                <a:gd name="connsiteY1" fmla="*/ 0 h 477997"/>
                <a:gd name="connsiteX2" fmla="*/ 1133370 w 1135066"/>
                <a:gd name="connsiteY2" fmla="*/ 16827 h 477997"/>
                <a:gd name="connsiteX3" fmla="*/ 567533 w 1135066"/>
                <a:gd name="connsiteY3" fmla="*/ 477997 h 477997"/>
                <a:gd name="connsiteX4" fmla="*/ 1696 w 1135066"/>
                <a:gd name="connsiteY4" fmla="*/ 16827 h 477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5066" h="477997">
                  <a:moveTo>
                    <a:pt x="0" y="0"/>
                  </a:moveTo>
                  <a:lnTo>
                    <a:pt x="1135066" y="0"/>
                  </a:lnTo>
                  <a:lnTo>
                    <a:pt x="1133370" y="16827"/>
                  </a:lnTo>
                  <a:cubicBezTo>
                    <a:pt x="1079514" y="280016"/>
                    <a:pt x="846644" y="477997"/>
                    <a:pt x="567533" y="477997"/>
                  </a:cubicBezTo>
                  <a:cubicBezTo>
                    <a:pt x="288422" y="477997"/>
                    <a:pt x="55552" y="280016"/>
                    <a:pt x="1696" y="1682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5290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ctr" anchorCtr="0">
            <a:noAutofit/>
          </a:bodyPr>
          <a:lstStyle/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0538251-2B75-FA20-0F29-FB58583E6125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1" y="1825625"/>
            <a:ext cx="3108958" cy="4297680"/>
          </a:xfrm>
        </p:spPr>
        <p:txBody>
          <a:bodyPr>
            <a:normAutofit/>
          </a:bodyPr>
          <a:lstStyle>
            <a:lvl1pPr marL="22860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800"/>
            </a:lvl1pPr>
            <a:lvl2pPr marL="2857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800"/>
            </a:lvl2pPr>
            <a:lvl3pPr marL="65151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800"/>
            </a:lvl3pPr>
            <a:lvl4pPr marL="92583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800"/>
            </a:lvl4pPr>
            <a:lvl5pPr marL="12001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A06C49DD-8C29-93EA-04F4-22F84080DF5C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4661820" y="1816916"/>
            <a:ext cx="6698156" cy="4297680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800"/>
              </a:spcAft>
              <a:buNone/>
              <a:defRPr sz="1800"/>
            </a:lvl1pPr>
            <a:lvl2pPr marL="22860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800"/>
            </a:lvl2pPr>
            <a:lvl3pPr marL="59436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800"/>
            </a:lvl3pPr>
            <a:lvl4pPr marL="86868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800"/>
            </a:lvl4pPr>
            <a:lvl5pPr marL="114300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Freeform: Shape 11">
            <a:extLst>
              <a:ext uri="{FF2B5EF4-FFF2-40B4-BE49-F238E27FC236}">
                <a16:creationId xmlns:a16="http://schemas.microsoft.com/office/drawing/2014/main" id="{1E75594D-82D2-74F6-56EC-46FCD28CB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994966" y="0"/>
            <a:ext cx="1214656" cy="511514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reeform: Shape 13">
            <a:extLst>
              <a:ext uri="{FF2B5EF4-FFF2-40B4-BE49-F238E27FC236}">
                <a16:creationId xmlns:a16="http://schemas.microsoft.com/office/drawing/2014/main" id="{FF4E0F5B-0892-2688-EFD3-284369DA50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8097530" y="5590215"/>
            <a:ext cx="2279742" cy="1267785"/>
          </a:xfrm>
          <a:custGeom>
            <a:avLst/>
            <a:gdLst>
              <a:gd name="connsiteX0" fmla="*/ 0 w 2279742"/>
              <a:gd name="connsiteY0" fmla="*/ 0 h 1267785"/>
              <a:gd name="connsiteX1" fmla="*/ 138700 w 2279742"/>
              <a:gd name="connsiteY1" fmla="*/ 0 h 1267785"/>
              <a:gd name="connsiteX2" fmla="*/ 138700 w 2279742"/>
              <a:gd name="connsiteY2" fmla="*/ 1078193 h 1267785"/>
              <a:gd name="connsiteX3" fmla="*/ 2002733 w 2279742"/>
              <a:gd name="connsiteY3" fmla="*/ 0 h 1267785"/>
              <a:gd name="connsiteX4" fmla="*/ 2279742 w 2279742"/>
              <a:gd name="connsiteY4" fmla="*/ 0 h 1267785"/>
              <a:gd name="connsiteX5" fmla="*/ 104026 w 2279742"/>
              <a:gd name="connsiteY5" fmla="*/ 1258503 h 1267785"/>
              <a:gd name="connsiteX6" fmla="*/ 69351 w 2279742"/>
              <a:gd name="connsiteY6" fmla="*/ 1267785 h 1267785"/>
              <a:gd name="connsiteX7" fmla="*/ 0 w 2279742"/>
              <a:gd name="connsiteY7" fmla="*/ 1198436 h 1267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279742" h="1267785">
                <a:moveTo>
                  <a:pt x="0" y="0"/>
                </a:moveTo>
                <a:lnTo>
                  <a:pt x="138700" y="0"/>
                </a:lnTo>
                <a:lnTo>
                  <a:pt x="138700" y="1078193"/>
                </a:lnTo>
                <a:lnTo>
                  <a:pt x="2002733" y="0"/>
                </a:lnTo>
                <a:lnTo>
                  <a:pt x="2279742" y="0"/>
                </a:lnTo>
                <a:lnTo>
                  <a:pt x="104026" y="1258503"/>
                </a:lnTo>
                <a:cubicBezTo>
                  <a:pt x="93484" y="1264595"/>
                  <a:pt x="81523" y="1267796"/>
                  <a:pt x="69351" y="1267785"/>
                </a:cubicBezTo>
                <a:cubicBezTo>
                  <a:pt x="31049" y="1267785"/>
                  <a:pt x="0" y="1236737"/>
                  <a:pt x="0" y="1198436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1D8715A-3067-732D-C410-868C7CCCF7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982378" y="5512123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78526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5807BCF9-2F5B-200E-2E6C-E177DB56EC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7458"/>
            <a:ext cx="7083733" cy="6182202"/>
            <a:chOff x="0" y="7460"/>
            <a:chExt cx="7083733" cy="6182202"/>
          </a:xfrm>
        </p:grpSpPr>
        <p:sp>
          <p:nvSpPr>
            <p:cNvPr id="9" name="Freeform: Shape 14">
              <a:extLst>
                <a:ext uri="{FF2B5EF4-FFF2-40B4-BE49-F238E27FC236}">
                  <a16:creationId xmlns:a16="http://schemas.microsoft.com/office/drawing/2014/main" id="{7A624B2B-50FD-9351-987F-2E5A5472CAB6}"/>
                </a:ext>
              </a:extLst>
            </p:cNvPr>
            <p:cNvSpPr/>
            <p:nvPr userDrawn="1"/>
          </p:nvSpPr>
          <p:spPr>
            <a:xfrm rot="16200000">
              <a:off x="-388933" y="4841194"/>
              <a:ext cx="1737401" cy="959536"/>
            </a:xfrm>
            <a:custGeom>
              <a:avLst/>
              <a:gdLst>
                <a:gd name="connsiteX0" fmla="*/ 0 w 1737401"/>
                <a:gd name="connsiteY0" fmla="*/ 0 h 959536"/>
                <a:gd name="connsiteX1" fmla="*/ 123825 w 1737401"/>
                <a:gd name="connsiteY1" fmla="*/ 0 h 959536"/>
                <a:gd name="connsiteX2" fmla="*/ 123825 w 1737401"/>
                <a:gd name="connsiteY2" fmla="*/ 790277 h 959536"/>
                <a:gd name="connsiteX3" fmla="*/ 1490095 w 1737401"/>
                <a:gd name="connsiteY3" fmla="*/ 0 h 959536"/>
                <a:gd name="connsiteX4" fmla="*/ 1737401 w 1737401"/>
                <a:gd name="connsiteY4" fmla="*/ 0 h 959536"/>
                <a:gd name="connsiteX5" fmla="*/ 92869 w 1737401"/>
                <a:gd name="connsiteY5" fmla="*/ 951249 h 959536"/>
                <a:gd name="connsiteX6" fmla="*/ 61913 w 1737401"/>
                <a:gd name="connsiteY6" fmla="*/ 959536 h 959536"/>
                <a:gd name="connsiteX7" fmla="*/ 0 w 1737401"/>
                <a:gd name="connsiteY7" fmla="*/ 897624 h 959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37401" h="959536">
                  <a:moveTo>
                    <a:pt x="0" y="0"/>
                  </a:moveTo>
                  <a:lnTo>
                    <a:pt x="123825" y="0"/>
                  </a:lnTo>
                  <a:lnTo>
                    <a:pt x="123825" y="790277"/>
                  </a:lnTo>
                  <a:lnTo>
                    <a:pt x="1490095" y="0"/>
                  </a:lnTo>
                  <a:lnTo>
                    <a:pt x="1737401" y="0"/>
                  </a:lnTo>
                  <a:lnTo>
                    <a:pt x="92869" y="951249"/>
                  </a:lnTo>
                  <a:cubicBezTo>
                    <a:pt x="83458" y="956688"/>
                    <a:pt x="72780" y="959546"/>
                    <a:pt x="61913" y="959536"/>
                  </a:cubicBezTo>
                  <a:cubicBezTo>
                    <a:pt x="27719" y="959536"/>
                    <a:pt x="0" y="931818"/>
                    <a:pt x="0" y="897624"/>
                  </a:cubicBezTo>
                  <a:close/>
                </a:path>
              </a:pathLst>
            </a:custGeom>
            <a:solidFill>
              <a:schemeClr val="accent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Freeform: Shape 13">
              <a:extLst>
                <a:ext uri="{FF2B5EF4-FFF2-40B4-BE49-F238E27FC236}">
                  <a16:creationId xmlns:a16="http://schemas.microsoft.com/office/drawing/2014/main" id="{51E534EE-E0F1-2BD9-9A82-7656B90A2D9D}"/>
                </a:ext>
              </a:extLst>
            </p:cNvPr>
            <p:cNvSpPr/>
            <p:nvPr userDrawn="1"/>
          </p:nvSpPr>
          <p:spPr>
            <a:xfrm>
              <a:off x="6234405" y="7460"/>
              <a:ext cx="849328" cy="357668"/>
            </a:xfrm>
            <a:custGeom>
              <a:avLst/>
              <a:gdLst>
                <a:gd name="connsiteX0" fmla="*/ 0 w 1135066"/>
                <a:gd name="connsiteY0" fmla="*/ 0 h 477997"/>
                <a:gd name="connsiteX1" fmla="*/ 1135066 w 1135066"/>
                <a:gd name="connsiteY1" fmla="*/ 0 h 477997"/>
                <a:gd name="connsiteX2" fmla="*/ 1133370 w 1135066"/>
                <a:gd name="connsiteY2" fmla="*/ 16827 h 477997"/>
                <a:gd name="connsiteX3" fmla="*/ 567533 w 1135066"/>
                <a:gd name="connsiteY3" fmla="*/ 477997 h 477997"/>
                <a:gd name="connsiteX4" fmla="*/ 1696 w 1135066"/>
                <a:gd name="connsiteY4" fmla="*/ 16827 h 477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5066" h="477997">
                  <a:moveTo>
                    <a:pt x="0" y="0"/>
                  </a:moveTo>
                  <a:lnTo>
                    <a:pt x="1135066" y="0"/>
                  </a:lnTo>
                  <a:lnTo>
                    <a:pt x="1133370" y="16827"/>
                  </a:lnTo>
                  <a:cubicBezTo>
                    <a:pt x="1079514" y="280016"/>
                    <a:pt x="846644" y="477997"/>
                    <a:pt x="567533" y="477997"/>
                  </a:cubicBezTo>
                  <a:cubicBezTo>
                    <a:pt x="288422" y="477997"/>
                    <a:pt x="55552" y="280016"/>
                    <a:pt x="1696" y="1682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8437"/>
            <a:ext cx="5257800" cy="2324046"/>
          </a:xfrm>
        </p:spPr>
        <p:txBody>
          <a:bodyPr anchor="b" anchorCtr="0"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2657316"/>
            <a:ext cx="5257800" cy="3369858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800"/>
              </a:spcAft>
              <a:buNone/>
              <a:defRPr sz="1800"/>
            </a:lvl1pPr>
            <a:lvl2pPr marL="7429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600"/>
            </a:lvl2pPr>
            <a:lvl3pPr marL="12001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400"/>
            </a:lvl3pPr>
            <a:lvl4pPr marL="1543050" indent="-1714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200"/>
            </a:lvl4pPr>
            <a:lvl5pPr marL="2000250" indent="-1714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BC013AD6-0EF3-2B25-DDBD-2DF706123AE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13114" y="845068"/>
            <a:ext cx="5193792" cy="5193792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54381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521BD3DB-6F51-C1AE-FF0E-D0BDCB55F3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23536" y="2"/>
            <a:ext cx="11220225" cy="6857998"/>
            <a:chOff x="123536" y="2"/>
            <a:chExt cx="11220225" cy="6857998"/>
          </a:xfrm>
        </p:grpSpPr>
        <p:sp>
          <p:nvSpPr>
            <p:cNvPr id="12" name="Freeform: Shape 7">
              <a:extLst>
                <a:ext uri="{FF2B5EF4-FFF2-40B4-BE49-F238E27FC236}">
                  <a16:creationId xmlns:a16="http://schemas.microsoft.com/office/drawing/2014/main" id="{59903C17-0733-BE0C-7392-283FEC2E98B0}"/>
                </a:ext>
              </a:extLst>
            </p:cNvPr>
            <p:cNvSpPr/>
            <p:nvPr/>
          </p:nvSpPr>
          <p:spPr>
            <a:xfrm flipH="1">
              <a:off x="123536" y="5717905"/>
              <a:ext cx="1771609" cy="1140095"/>
            </a:xfrm>
            <a:custGeom>
              <a:avLst/>
              <a:gdLst>
                <a:gd name="connsiteX0" fmla="*/ 1561721 w 1771609"/>
                <a:gd name="connsiteY0" fmla="*/ 763041 h 1140095"/>
                <a:gd name="connsiteX1" fmla="*/ 1623024 w 1771609"/>
                <a:gd name="connsiteY1" fmla="*/ 792810 h 1140095"/>
                <a:gd name="connsiteX2" fmla="*/ 1711735 w 1771609"/>
                <a:gd name="connsiteY2" fmla="*/ 970132 h 1140095"/>
                <a:gd name="connsiteX3" fmla="*/ 1771609 w 1771609"/>
                <a:gd name="connsiteY3" fmla="*/ 1140095 h 1140095"/>
                <a:gd name="connsiteX4" fmla="*/ 1637225 w 1771609"/>
                <a:gd name="connsiteY4" fmla="*/ 1140095 h 1140095"/>
                <a:gd name="connsiteX5" fmla="*/ 1594820 w 1771609"/>
                <a:gd name="connsiteY5" fmla="*/ 1019711 h 1140095"/>
                <a:gd name="connsiteX6" fmla="*/ 1513200 w 1771609"/>
                <a:gd name="connsiteY6" fmla="*/ 856627 h 1140095"/>
                <a:gd name="connsiteX7" fmla="*/ 1538499 w 1771609"/>
                <a:gd name="connsiteY7" fmla="*/ 770415 h 1140095"/>
                <a:gd name="connsiteX8" fmla="*/ 1561721 w 1771609"/>
                <a:gd name="connsiteY8" fmla="*/ 763041 h 1140095"/>
                <a:gd name="connsiteX9" fmla="*/ 933455 w 1771609"/>
                <a:gd name="connsiteY9" fmla="*/ 161309 h 1140095"/>
                <a:gd name="connsiteX10" fmla="*/ 957797 w 1771609"/>
                <a:gd name="connsiteY10" fmla="*/ 167970 h 1140095"/>
                <a:gd name="connsiteX11" fmla="*/ 1286982 w 1771609"/>
                <a:gd name="connsiteY11" fmla="*/ 387616 h 1140095"/>
                <a:gd name="connsiteX12" fmla="*/ 1293725 w 1771609"/>
                <a:gd name="connsiteY12" fmla="*/ 477075 h 1140095"/>
                <a:gd name="connsiteX13" fmla="*/ 1245453 w 1771609"/>
                <a:gd name="connsiteY13" fmla="*/ 499154 h 1140095"/>
                <a:gd name="connsiteX14" fmla="*/ 1245167 w 1771609"/>
                <a:gd name="connsiteY14" fmla="*/ 499154 h 1140095"/>
                <a:gd name="connsiteX15" fmla="*/ 1203638 w 1771609"/>
                <a:gd name="connsiteY15" fmla="*/ 484104 h 1140095"/>
                <a:gd name="connsiteX16" fmla="*/ 900647 w 1771609"/>
                <a:gd name="connsiteY16" fmla="*/ 281508 h 1140095"/>
                <a:gd name="connsiteX17" fmla="*/ 872454 w 1771609"/>
                <a:gd name="connsiteY17" fmla="*/ 196164 h 1140095"/>
                <a:gd name="connsiteX18" fmla="*/ 933455 w 1771609"/>
                <a:gd name="connsiteY18" fmla="*/ 161309 h 1140095"/>
                <a:gd name="connsiteX19" fmla="*/ 256260 w 1771609"/>
                <a:gd name="connsiteY19" fmla="*/ 29 h 1140095"/>
                <a:gd name="connsiteX20" fmla="*/ 454020 w 1771609"/>
                <a:gd name="connsiteY20" fmla="*/ 13474 h 1140095"/>
                <a:gd name="connsiteX21" fmla="*/ 509236 w 1771609"/>
                <a:gd name="connsiteY21" fmla="*/ 84182 h 1140095"/>
                <a:gd name="connsiteX22" fmla="*/ 445829 w 1771609"/>
                <a:gd name="connsiteY22" fmla="*/ 139871 h 1140095"/>
                <a:gd name="connsiteX23" fmla="*/ 437447 w 1771609"/>
                <a:gd name="connsiteY23" fmla="*/ 139395 h 1140095"/>
                <a:gd name="connsiteX24" fmla="*/ 73211 w 1771609"/>
                <a:gd name="connsiteY24" fmla="*/ 137204 h 1140095"/>
                <a:gd name="connsiteX25" fmla="*/ 749 w 1771609"/>
                <a:gd name="connsiteY25" fmla="*/ 84082 h 1140095"/>
                <a:gd name="connsiteX26" fmla="*/ 53871 w 1771609"/>
                <a:gd name="connsiteY26" fmla="*/ 11621 h 1140095"/>
                <a:gd name="connsiteX27" fmla="*/ 58352 w 1771609"/>
                <a:gd name="connsiteY27" fmla="*/ 11093 h 1140095"/>
                <a:gd name="connsiteX28" fmla="*/ 256260 w 1771609"/>
                <a:gd name="connsiteY28" fmla="*/ 29 h 11400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771609" h="1140095">
                  <a:moveTo>
                    <a:pt x="1561721" y="763041"/>
                  </a:moveTo>
                  <a:cubicBezTo>
                    <a:pt x="1585506" y="760324"/>
                    <a:pt x="1609722" y="771249"/>
                    <a:pt x="1623024" y="792810"/>
                  </a:cubicBezTo>
                  <a:cubicBezTo>
                    <a:pt x="1656300" y="850065"/>
                    <a:pt x="1685920" y="909291"/>
                    <a:pt x="1711735" y="970132"/>
                  </a:cubicBezTo>
                  <a:lnTo>
                    <a:pt x="1771609" y="1140095"/>
                  </a:lnTo>
                  <a:lnTo>
                    <a:pt x="1637225" y="1140095"/>
                  </a:lnTo>
                  <a:lnTo>
                    <a:pt x="1594820" y="1019711"/>
                  </a:lnTo>
                  <a:cubicBezTo>
                    <a:pt x="1571072" y="963753"/>
                    <a:pt x="1543818" y="909282"/>
                    <a:pt x="1513200" y="856627"/>
                  </a:cubicBezTo>
                  <a:cubicBezTo>
                    <a:pt x="1496379" y="825834"/>
                    <a:pt x="1507704" y="787236"/>
                    <a:pt x="1538499" y="770415"/>
                  </a:cubicBezTo>
                  <a:cubicBezTo>
                    <a:pt x="1545912" y="766367"/>
                    <a:pt x="1553792" y="763946"/>
                    <a:pt x="1561721" y="763041"/>
                  </a:cubicBezTo>
                  <a:close/>
                  <a:moveTo>
                    <a:pt x="933455" y="161309"/>
                  </a:moveTo>
                  <a:cubicBezTo>
                    <a:pt x="941693" y="161855"/>
                    <a:pt x="949959" y="164025"/>
                    <a:pt x="957797" y="167970"/>
                  </a:cubicBezTo>
                  <a:cubicBezTo>
                    <a:pt x="1076184" y="227289"/>
                    <a:pt x="1186759" y="301068"/>
                    <a:pt x="1286982" y="387616"/>
                  </a:cubicBezTo>
                  <a:cubicBezTo>
                    <a:pt x="1313547" y="410457"/>
                    <a:pt x="1316566" y="450510"/>
                    <a:pt x="1293725" y="477075"/>
                  </a:cubicBezTo>
                  <a:cubicBezTo>
                    <a:pt x="1281638" y="491137"/>
                    <a:pt x="1263998" y="499204"/>
                    <a:pt x="1245453" y="499154"/>
                  </a:cubicBezTo>
                  <a:lnTo>
                    <a:pt x="1245167" y="499154"/>
                  </a:lnTo>
                  <a:cubicBezTo>
                    <a:pt x="1229965" y="499301"/>
                    <a:pt x="1215220" y="493956"/>
                    <a:pt x="1203638" y="484104"/>
                  </a:cubicBezTo>
                  <a:cubicBezTo>
                    <a:pt x="1111407" y="404300"/>
                    <a:pt x="1009633" y="336248"/>
                    <a:pt x="900647" y="281508"/>
                  </a:cubicBezTo>
                  <a:cubicBezTo>
                    <a:pt x="869295" y="265726"/>
                    <a:pt x="856672" y="227516"/>
                    <a:pt x="872454" y="196164"/>
                  </a:cubicBezTo>
                  <a:cubicBezTo>
                    <a:pt x="884290" y="172650"/>
                    <a:pt x="908742" y="159670"/>
                    <a:pt x="933455" y="161309"/>
                  </a:cubicBezTo>
                  <a:close/>
                  <a:moveTo>
                    <a:pt x="256260" y="29"/>
                  </a:moveTo>
                  <a:cubicBezTo>
                    <a:pt x="322331" y="427"/>
                    <a:pt x="388378" y="4909"/>
                    <a:pt x="454020" y="13474"/>
                  </a:cubicBezTo>
                  <a:cubicBezTo>
                    <a:pt x="488793" y="17752"/>
                    <a:pt x="513514" y="49409"/>
                    <a:pt x="509236" y="84182"/>
                  </a:cubicBezTo>
                  <a:cubicBezTo>
                    <a:pt x="505303" y="116151"/>
                    <a:pt x="478038" y="140098"/>
                    <a:pt x="445829" y="139871"/>
                  </a:cubicBezTo>
                  <a:cubicBezTo>
                    <a:pt x="443027" y="139899"/>
                    <a:pt x="440227" y="139740"/>
                    <a:pt x="437447" y="139395"/>
                  </a:cubicBezTo>
                  <a:cubicBezTo>
                    <a:pt x="316592" y="123615"/>
                    <a:pt x="194247" y="122878"/>
                    <a:pt x="73211" y="137204"/>
                  </a:cubicBezTo>
                  <a:cubicBezTo>
                    <a:pt x="38532" y="142545"/>
                    <a:pt x="6090" y="118762"/>
                    <a:pt x="749" y="84082"/>
                  </a:cubicBezTo>
                  <a:cubicBezTo>
                    <a:pt x="-4591" y="49403"/>
                    <a:pt x="19192" y="16961"/>
                    <a:pt x="53871" y="11621"/>
                  </a:cubicBezTo>
                  <a:cubicBezTo>
                    <a:pt x="55358" y="11392"/>
                    <a:pt x="56852" y="11216"/>
                    <a:pt x="58352" y="11093"/>
                  </a:cubicBezTo>
                  <a:cubicBezTo>
                    <a:pt x="124093" y="3319"/>
                    <a:pt x="190189" y="-369"/>
                    <a:pt x="256260" y="29"/>
                  </a:cubicBezTo>
                  <a:close/>
                </a:path>
              </a:pathLst>
            </a:custGeom>
            <a:solidFill>
              <a:schemeClr val="accent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Freeform: Shape 1">
              <a:extLst>
                <a:ext uri="{FF2B5EF4-FFF2-40B4-BE49-F238E27FC236}">
                  <a16:creationId xmlns:a16="http://schemas.microsoft.com/office/drawing/2014/main" id="{898A3450-9C87-13ED-79CC-F4F65D14FF72}"/>
                </a:ext>
              </a:extLst>
            </p:cNvPr>
            <p:cNvSpPr/>
            <p:nvPr userDrawn="1"/>
          </p:nvSpPr>
          <p:spPr>
            <a:xfrm>
              <a:off x="10494433" y="2"/>
              <a:ext cx="849328" cy="357668"/>
            </a:xfrm>
            <a:custGeom>
              <a:avLst/>
              <a:gdLst>
                <a:gd name="connsiteX0" fmla="*/ 0 w 1135066"/>
                <a:gd name="connsiteY0" fmla="*/ 0 h 477997"/>
                <a:gd name="connsiteX1" fmla="*/ 1135066 w 1135066"/>
                <a:gd name="connsiteY1" fmla="*/ 0 h 477997"/>
                <a:gd name="connsiteX2" fmla="*/ 1133370 w 1135066"/>
                <a:gd name="connsiteY2" fmla="*/ 16827 h 477997"/>
                <a:gd name="connsiteX3" fmla="*/ 567533 w 1135066"/>
                <a:gd name="connsiteY3" fmla="*/ 477997 h 477997"/>
                <a:gd name="connsiteX4" fmla="*/ 1696 w 1135066"/>
                <a:gd name="connsiteY4" fmla="*/ 16827 h 477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5066" h="477997">
                  <a:moveTo>
                    <a:pt x="0" y="0"/>
                  </a:moveTo>
                  <a:lnTo>
                    <a:pt x="1135066" y="0"/>
                  </a:lnTo>
                  <a:lnTo>
                    <a:pt x="1133370" y="16827"/>
                  </a:lnTo>
                  <a:cubicBezTo>
                    <a:pt x="1079514" y="280016"/>
                    <a:pt x="846644" y="477997"/>
                    <a:pt x="567533" y="477997"/>
                  </a:cubicBezTo>
                  <a:cubicBezTo>
                    <a:pt x="288422" y="477997"/>
                    <a:pt x="55552" y="280016"/>
                    <a:pt x="1696" y="1682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ctr" anchorCtr="0">
            <a:noAutofit/>
          </a:bodyPr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2882462" cy="4297678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800"/>
              </a:spcAft>
              <a:buNone/>
              <a:defRPr sz="1800"/>
            </a:lvl1pPr>
            <a:lvl2pPr marL="7429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600"/>
            </a:lvl2pPr>
            <a:lvl3pPr marL="12001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400"/>
            </a:lvl3pPr>
            <a:lvl4pPr marL="1543050" indent="-1714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200"/>
            </a:lvl4pPr>
            <a:lvl5pPr marL="2000250" indent="-1714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423FEB60-8FB5-7F10-EDD7-8AB4B3139EF6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4038599" y="1825625"/>
            <a:ext cx="7315199" cy="4297680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8150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D9FE4C84-13A1-72EA-6541-7C8FDDEA71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61563" y="5800859"/>
            <a:ext cx="692016" cy="692016"/>
          </a:xfrm>
          <a:prstGeom prst="rect">
            <a:avLst/>
          </a:prstGeom>
          <a:noFill/>
          <a:ln w="127000">
            <a:solidFill>
              <a:schemeClr val="accent6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30468883-4E51-D3BD-E1C6-601ED9B6E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21438747" flipV="1">
            <a:off x="7967025" y="2530995"/>
            <a:ext cx="4021193" cy="4021193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reeform 9">
            <a:extLst>
              <a:ext uri="{FF2B5EF4-FFF2-40B4-BE49-F238E27FC236}">
                <a16:creationId xmlns:a16="http://schemas.microsoft.com/office/drawing/2014/main" id="{111AEF3F-9A86-45CE-4817-E3E6863DC0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1764789" y="390570"/>
            <a:ext cx="437721" cy="797078"/>
          </a:xfrm>
          <a:custGeom>
            <a:avLst/>
            <a:gdLst>
              <a:gd name="connsiteX0" fmla="*/ 28069 w 437721"/>
              <a:gd name="connsiteY0" fmla="*/ 0 h 797078"/>
              <a:gd name="connsiteX1" fmla="*/ 437721 w 437721"/>
              <a:gd name="connsiteY1" fmla="*/ 398539 h 797078"/>
              <a:gd name="connsiteX2" fmla="*/ 28069 w 437721"/>
              <a:gd name="connsiteY2" fmla="*/ 797078 h 797078"/>
              <a:gd name="connsiteX3" fmla="*/ 0 w 437721"/>
              <a:gd name="connsiteY3" fmla="*/ 794325 h 797078"/>
              <a:gd name="connsiteX4" fmla="*/ 0 w 437721"/>
              <a:gd name="connsiteY4" fmla="*/ 2753 h 797078"/>
              <a:gd name="connsiteX5" fmla="*/ 28069 w 437721"/>
              <a:gd name="connsiteY5" fmla="*/ 0 h 797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7721" h="797078">
                <a:moveTo>
                  <a:pt x="28069" y="0"/>
                </a:moveTo>
                <a:cubicBezTo>
                  <a:pt x="254314" y="0"/>
                  <a:pt x="437721" y="178432"/>
                  <a:pt x="437721" y="398539"/>
                </a:cubicBezTo>
                <a:cubicBezTo>
                  <a:pt x="437721" y="618646"/>
                  <a:pt x="254314" y="797078"/>
                  <a:pt x="28069" y="797078"/>
                </a:cubicBezTo>
                <a:lnTo>
                  <a:pt x="0" y="794325"/>
                </a:lnTo>
                <a:lnTo>
                  <a:pt x="0" y="2753"/>
                </a:lnTo>
                <a:lnTo>
                  <a:pt x="28069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ctr" anchorCtr="0">
            <a:noAutofit/>
          </a:bodyPr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5A792C8-BB21-CDAF-668C-C1EFF45540C6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838200" y="1825625"/>
            <a:ext cx="6934200" cy="4297680"/>
          </a:xfrm>
          <a:noFill/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spcBef>
                <a:spcPts val="1000"/>
              </a:spcBef>
              <a:spcAft>
                <a:spcPts val="800"/>
              </a:spcAft>
              <a:buNone/>
              <a:defRPr sz="1800"/>
            </a:lvl1pPr>
            <a:lvl2pPr>
              <a:spcBef>
                <a:spcPts val="500"/>
              </a:spcBef>
              <a:spcAft>
                <a:spcPts val="800"/>
              </a:spcAft>
              <a:buClr>
                <a:schemeClr val="accent2"/>
              </a:buClr>
              <a:defRPr sz="1800"/>
            </a:lvl2pPr>
            <a:lvl3pPr>
              <a:spcBef>
                <a:spcPts val="1000"/>
              </a:spcBef>
              <a:buClr>
                <a:schemeClr val="accent2"/>
              </a:buClr>
              <a:defRPr sz="1800"/>
            </a:lvl3pPr>
            <a:lvl4pPr>
              <a:spcBef>
                <a:spcPts val="1000"/>
              </a:spcBef>
              <a:buClr>
                <a:schemeClr val="accent2"/>
              </a:buClr>
              <a:defRPr sz="1800"/>
            </a:lvl4pPr>
            <a:lvl5pPr>
              <a:spcBef>
                <a:spcPts val="1000"/>
              </a:spcBef>
              <a:buClr>
                <a:schemeClr val="accent2"/>
              </a:buClr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US" sz="1800" dirty="0">
              <a:latin typeface="Avenir Next LT Pro" panose="020B0504020202020204" pitchFamily="34" charset="77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DFB03A-367B-9ADA-8071-E22871EC115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7903029" y="1825625"/>
            <a:ext cx="3450771" cy="4297680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800"/>
              </a:spcAft>
              <a:buNone/>
              <a:defRPr sz="1800"/>
            </a:lvl1pPr>
            <a:lvl2pPr marL="7429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600"/>
            </a:lvl2pPr>
            <a:lvl3pPr marL="12001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400"/>
            </a:lvl3pPr>
            <a:lvl4pPr marL="1543050" indent="-1714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200"/>
            </a:lvl4pPr>
            <a:lvl5pPr marL="2000250" indent="-1714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7039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ctr" anchorCtr="0">
            <a:noAutofit/>
          </a:bodyPr>
          <a:lstStyle/>
          <a:p>
            <a:r>
              <a:rPr lang="en-US" dirty="0"/>
              <a:t>Click to add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0CEAFE70-86D3-8690-31CA-F9A1FBA494D0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838199" y="1825625"/>
            <a:ext cx="10515600" cy="4297680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60992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D7B7232D-F1A6-B6C3-3BBF-E834CC7CDC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5930138" cy="6858001"/>
            <a:chOff x="0" y="-1"/>
            <a:chExt cx="5930138" cy="6858001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0D306340-6BFD-FE3D-535B-B59C1C44EDDA}"/>
                </a:ext>
              </a:extLst>
            </p:cNvPr>
            <p:cNvSpPr/>
            <p:nvPr userDrawn="1"/>
          </p:nvSpPr>
          <p:spPr>
            <a:xfrm>
              <a:off x="383877" y="778462"/>
              <a:ext cx="5315035" cy="531503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" name="Freeform: Shape 11">
              <a:extLst>
                <a:ext uri="{FF2B5EF4-FFF2-40B4-BE49-F238E27FC236}">
                  <a16:creationId xmlns:a16="http://schemas.microsoft.com/office/drawing/2014/main" id="{338E6C4B-ABF3-8B7E-8DCF-A93F69C712B1}"/>
                </a:ext>
              </a:extLst>
            </p:cNvPr>
            <p:cNvSpPr/>
            <p:nvPr userDrawn="1"/>
          </p:nvSpPr>
          <p:spPr>
            <a:xfrm flipH="1">
              <a:off x="530529" y="0"/>
              <a:ext cx="1155142" cy="591009"/>
            </a:xfrm>
            <a:custGeom>
              <a:avLst/>
              <a:gdLst>
                <a:gd name="connsiteX0" fmla="*/ 1355 w 1155142"/>
                <a:gd name="connsiteY0" fmla="*/ 0 h 591009"/>
                <a:gd name="connsiteX1" fmla="*/ 1153787 w 1155142"/>
                <a:gd name="connsiteY1" fmla="*/ 0 h 591009"/>
                <a:gd name="connsiteX2" fmla="*/ 1155142 w 1155142"/>
                <a:gd name="connsiteY2" fmla="*/ 13438 h 591009"/>
                <a:gd name="connsiteX3" fmla="*/ 577571 w 1155142"/>
                <a:gd name="connsiteY3" fmla="*/ 591009 h 591009"/>
                <a:gd name="connsiteX4" fmla="*/ 0 w 1155142"/>
                <a:gd name="connsiteY4" fmla="*/ 13438 h 591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5142" h="591009">
                  <a:moveTo>
                    <a:pt x="1355" y="0"/>
                  </a:moveTo>
                  <a:lnTo>
                    <a:pt x="1153787" y="0"/>
                  </a:lnTo>
                  <a:lnTo>
                    <a:pt x="1155142" y="13438"/>
                  </a:lnTo>
                  <a:cubicBezTo>
                    <a:pt x="1155142" y="332422"/>
                    <a:pt x="896555" y="591009"/>
                    <a:pt x="577571" y="591009"/>
                  </a:cubicBezTo>
                  <a:cubicBezTo>
                    <a:pt x="258587" y="591009"/>
                    <a:pt x="0" y="332422"/>
                    <a:pt x="0" y="1343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Freeform: Shape 13">
              <a:extLst>
                <a:ext uri="{FF2B5EF4-FFF2-40B4-BE49-F238E27FC236}">
                  <a16:creationId xmlns:a16="http://schemas.microsoft.com/office/drawing/2014/main" id="{6F90F99F-B12A-E8F9-5A86-D76B201D6308}"/>
                </a:ext>
              </a:extLst>
            </p:cNvPr>
            <p:cNvSpPr/>
            <p:nvPr userDrawn="1"/>
          </p:nvSpPr>
          <p:spPr>
            <a:xfrm flipH="1">
              <a:off x="3961511" y="-1"/>
              <a:ext cx="1737401" cy="959536"/>
            </a:xfrm>
            <a:custGeom>
              <a:avLst/>
              <a:gdLst>
                <a:gd name="connsiteX0" fmla="*/ 0 w 1737401"/>
                <a:gd name="connsiteY0" fmla="*/ 0 h 959536"/>
                <a:gd name="connsiteX1" fmla="*/ 123825 w 1737401"/>
                <a:gd name="connsiteY1" fmla="*/ 0 h 959536"/>
                <a:gd name="connsiteX2" fmla="*/ 123825 w 1737401"/>
                <a:gd name="connsiteY2" fmla="*/ 790277 h 959536"/>
                <a:gd name="connsiteX3" fmla="*/ 1490095 w 1737401"/>
                <a:gd name="connsiteY3" fmla="*/ 0 h 959536"/>
                <a:gd name="connsiteX4" fmla="*/ 1737401 w 1737401"/>
                <a:gd name="connsiteY4" fmla="*/ 0 h 959536"/>
                <a:gd name="connsiteX5" fmla="*/ 92869 w 1737401"/>
                <a:gd name="connsiteY5" fmla="*/ 951249 h 959536"/>
                <a:gd name="connsiteX6" fmla="*/ 61913 w 1737401"/>
                <a:gd name="connsiteY6" fmla="*/ 959536 h 959536"/>
                <a:gd name="connsiteX7" fmla="*/ 0 w 1737401"/>
                <a:gd name="connsiteY7" fmla="*/ 897624 h 959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37401" h="959536">
                  <a:moveTo>
                    <a:pt x="0" y="0"/>
                  </a:moveTo>
                  <a:lnTo>
                    <a:pt x="123825" y="0"/>
                  </a:lnTo>
                  <a:lnTo>
                    <a:pt x="123825" y="790277"/>
                  </a:lnTo>
                  <a:lnTo>
                    <a:pt x="1490095" y="0"/>
                  </a:lnTo>
                  <a:lnTo>
                    <a:pt x="1737401" y="0"/>
                  </a:lnTo>
                  <a:lnTo>
                    <a:pt x="92869" y="951249"/>
                  </a:lnTo>
                  <a:cubicBezTo>
                    <a:pt x="83458" y="956688"/>
                    <a:pt x="72780" y="959546"/>
                    <a:pt x="61913" y="959536"/>
                  </a:cubicBezTo>
                  <a:cubicBezTo>
                    <a:pt x="27719" y="959536"/>
                    <a:pt x="0" y="931818"/>
                    <a:pt x="0" y="897624"/>
                  </a:cubicBezTo>
                  <a:close/>
                </a:path>
              </a:pathLst>
            </a:custGeom>
            <a:solidFill>
              <a:schemeClr val="accent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Freeform: Shape 15">
              <a:extLst>
                <a:ext uri="{FF2B5EF4-FFF2-40B4-BE49-F238E27FC236}">
                  <a16:creationId xmlns:a16="http://schemas.microsoft.com/office/drawing/2014/main" id="{BFA99EFE-81BC-95EA-FA61-B7199AD98A74}"/>
                </a:ext>
              </a:extLst>
            </p:cNvPr>
            <p:cNvSpPr/>
            <p:nvPr userDrawn="1"/>
          </p:nvSpPr>
          <p:spPr>
            <a:xfrm flipH="1">
              <a:off x="0" y="2936831"/>
              <a:ext cx="159741" cy="552996"/>
            </a:xfrm>
            <a:custGeom>
              <a:avLst/>
              <a:gdLst>
                <a:gd name="connsiteX0" fmla="*/ 159741 w 159741"/>
                <a:gd name="connsiteY0" fmla="*/ 0 h 552996"/>
                <a:gd name="connsiteX1" fmla="*/ 159741 w 159741"/>
                <a:gd name="connsiteY1" fmla="*/ 552996 h 552996"/>
                <a:gd name="connsiteX2" fmla="*/ 141849 w 159741"/>
                <a:gd name="connsiteY2" fmla="*/ 543285 h 552996"/>
                <a:gd name="connsiteX3" fmla="*/ 0 w 159741"/>
                <a:gd name="connsiteY3" fmla="*/ 276498 h 552996"/>
                <a:gd name="connsiteX4" fmla="*/ 141849 w 159741"/>
                <a:gd name="connsiteY4" fmla="*/ 9711 h 5529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9741" h="552996">
                  <a:moveTo>
                    <a:pt x="159741" y="0"/>
                  </a:moveTo>
                  <a:lnTo>
                    <a:pt x="159741" y="552996"/>
                  </a:lnTo>
                  <a:lnTo>
                    <a:pt x="141849" y="543285"/>
                  </a:lnTo>
                  <a:cubicBezTo>
                    <a:pt x="56268" y="485467"/>
                    <a:pt x="0" y="387554"/>
                    <a:pt x="0" y="276498"/>
                  </a:cubicBezTo>
                  <a:cubicBezTo>
                    <a:pt x="0" y="165443"/>
                    <a:pt x="56268" y="67529"/>
                    <a:pt x="141849" y="9711"/>
                  </a:cubicBezTo>
                  <a:close/>
                </a:path>
              </a:pathLst>
            </a:custGeom>
            <a:solidFill>
              <a:schemeClr val="accent4"/>
            </a:solidFill>
            <a:ln w="1270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Freeform: Shape 17">
              <a:extLst>
                <a:ext uri="{FF2B5EF4-FFF2-40B4-BE49-F238E27FC236}">
                  <a16:creationId xmlns:a16="http://schemas.microsoft.com/office/drawing/2014/main" id="{DD9FC028-D877-28FE-C646-DBD85D932641}"/>
                </a:ext>
              </a:extLst>
            </p:cNvPr>
            <p:cNvSpPr/>
            <p:nvPr userDrawn="1"/>
          </p:nvSpPr>
          <p:spPr>
            <a:xfrm flipH="1">
              <a:off x="0" y="5835649"/>
              <a:ext cx="1548180" cy="1022351"/>
            </a:xfrm>
            <a:custGeom>
              <a:avLst/>
              <a:gdLst>
                <a:gd name="connsiteX0" fmla="*/ 61913 w 1548180"/>
                <a:gd name="connsiteY0" fmla="*/ 0 h 1022351"/>
                <a:gd name="connsiteX1" fmla="*/ 1548180 w 1548180"/>
                <a:gd name="connsiteY1" fmla="*/ 0 h 1022351"/>
                <a:gd name="connsiteX2" fmla="*/ 1548180 w 1548180"/>
                <a:gd name="connsiteY2" fmla="*/ 123825 h 1022351"/>
                <a:gd name="connsiteX3" fmla="*/ 123825 w 1548180"/>
                <a:gd name="connsiteY3" fmla="*/ 123825 h 1022351"/>
                <a:gd name="connsiteX4" fmla="*/ 123825 w 1548180"/>
                <a:gd name="connsiteY4" fmla="*/ 1022351 h 1022351"/>
                <a:gd name="connsiteX5" fmla="*/ 0 w 1548180"/>
                <a:gd name="connsiteY5" fmla="*/ 1022351 h 1022351"/>
                <a:gd name="connsiteX6" fmla="*/ 0 w 1548180"/>
                <a:gd name="connsiteY6" fmla="*/ 61913 h 1022351"/>
                <a:gd name="connsiteX7" fmla="*/ 61913 w 1548180"/>
                <a:gd name="connsiteY7" fmla="*/ 0 h 102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48180" h="1022351">
                  <a:moveTo>
                    <a:pt x="61913" y="0"/>
                  </a:moveTo>
                  <a:lnTo>
                    <a:pt x="1548180" y="0"/>
                  </a:lnTo>
                  <a:lnTo>
                    <a:pt x="1548180" y="123825"/>
                  </a:lnTo>
                  <a:lnTo>
                    <a:pt x="123825" y="123825"/>
                  </a:lnTo>
                  <a:lnTo>
                    <a:pt x="123825" y="1022351"/>
                  </a:lnTo>
                  <a:lnTo>
                    <a:pt x="0" y="1022351"/>
                  </a:lnTo>
                  <a:lnTo>
                    <a:pt x="0" y="61913"/>
                  </a:lnTo>
                  <a:cubicBezTo>
                    <a:pt x="0" y="27719"/>
                    <a:pt x="27719" y="0"/>
                    <a:pt x="61913" y="0"/>
                  </a:cubicBezTo>
                  <a:close/>
                </a:path>
              </a:pathLst>
            </a:custGeom>
            <a:solidFill>
              <a:schemeClr val="accent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Freeform: Shape 21">
              <a:extLst>
                <a:ext uri="{FF2B5EF4-FFF2-40B4-BE49-F238E27FC236}">
                  <a16:creationId xmlns:a16="http://schemas.microsoft.com/office/drawing/2014/main" id="{AA0AFFE9-F0C2-BDA0-BF87-9977706AB6A8}"/>
                </a:ext>
              </a:extLst>
            </p:cNvPr>
            <p:cNvSpPr/>
            <p:nvPr userDrawn="1"/>
          </p:nvSpPr>
          <p:spPr>
            <a:xfrm flipH="1">
              <a:off x="4364198" y="6258755"/>
              <a:ext cx="1565940" cy="599245"/>
            </a:xfrm>
            <a:custGeom>
              <a:avLst/>
              <a:gdLst>
                <a:gd name="connsiteX0" fmla="*/ 782970 w 1565940"/>
                <a:gd name="connsiteY0" fmla="*/ 0 h 599245"/>
                <a:gd name="connsiteX1" fmla="*/ 1528042 w 1565940"/>
                <a:gd name="connsiteY1" fmla="*/ 480469 h 599245"/>
                <a:gd name="connsiteX2" fmla="*/ 1565940 w 1565940"/>
                <a:gd name="connsiteY2" fmla="*/ 599245 h 599245"/>
                <a:gd name="connsiteX3" fmla="*/ 0 w 1565940"/>
                <a:gd name="connsiteY3" fmla="*/ 599245 h 599245"/>
                <a:gd name="connsiteX4" fmla="*/ 37898 w 1565940"/>
                <a:gd name="connsiteY4" fmla="*/ 480469 h 599245"/>
                <a:gd name="connsiteX5" fmla="*/ 782970 w 1565940"/>
                <a:gd name="connsiteY5" fmla="*/ 0 h 599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65940" h="599245">
                  <a:moveTo>
                    <a:pt x="782970" y="0"/>
                  </a:moveTo>
                  <a:cubicBezTo>
                    <a:pt x="1117910" y="0"/>
                    <a:pt x="1405287" y="198118"/>
                    <a:pt x="1528042" y="480469"/>
                  </a:cubicBezTo>
                  <a:lnTo>
                    <a:pt x="1565940" y="599245"/>
                  </a:lnTo>
                  <a:lnTo>
                    <a:pt x="0" y="599245"/>
                  </a:lnTo>
                  <a:lnTo>
                    <a:pt x="37898" y="480469"/>
                  </a:lnTo>
                  <a:cubicBezTo>
                    <a:pt x="160653" y="198118"/>
                    <a:pt x="448030" y="0"/>
                    <a:pt x="78297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876" y="764502"/>
            <a:ext cx="5315035" cy="5328996"/>
          </a:xfrm>
        </p:spPr>
        <p:txBody>
          <a:bodyPr>
            <a:noAutofit/>
          </a:bodyPr>
          <a:lstStyle>
            <a:lvl1pPr algn="ctr"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605455" y="755171"/>
            <a:ext cx="4619937" cy="5315035"/>
          </a:xfrm>
        </p:spPr>
        <p:txBody>
          <a:bodyPr anchor="ctr" anchorCtr="0">
            <a:normAutofit/>
          </a:bodyPr>
          <a:lstStyle>
            <a:lvl1pPr marL="0" indent="0">
              <a:spcBef>
                <a:spcPts val="1000"/>
              </a:spcBef>
              <a:spcAft>
                <a:spcPts val="800"/>
              </a:spcAft>
              <a:buNone/>
              <a:defRPr sz="2400"/>
            </a:lvl1pPr>
            <a:lvl2pPr marL="800100" indent="-3429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000"/>
            </a:lvl2pPr>
            <a:lvl3pPr marL="12001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800"/>
            </a:lvl3pPr>
            <a:lvl4pPr marL="16573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600"/>
            </a:lvl4pPr>
            <a:lvl5pPr marL="21145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6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29670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D97564-C310-6E8C-8689-CE18881B4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AD99FA-26D9-873B-BE7F-26FEC5C233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19819E-0266-97DD-DFD1-BAAA06AE32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FD19C9-01CE-9E2A-CDA5-C15940F055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801085-7B28-048D-E3D3-9C3614268D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5934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60" r:id="rId2"/>
    <p:sldLayoutId id="2147483658" r:id="rId3"/>
    <p:sldLayoutId id="2147483667" r:id="rId4"/>
    <p:sldLayoutId id="2147483650" r:id="rId5"/>
    <p:sldLayoutId id="2147483649" r:id="rId6"/>
    <p:sldLayoutId id="2147483662" r:id="rId7"/>
    <p:sldLayoutId id="2147483663" r:id="rId8"/>
    <p:sldLayoutId id="2147483652" r:id="rId9"/>
    <p:sldLayoutId id="2147483666" r:id="rId10"/>
    <p:sldLayoutId id="2147483664" r:id="rId11"/>
    <p:sldLayoutId id="2147483665" r:id="rId12"/>
    <p:sldLayoutId id="214748366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slideLayout" Target="../slideLayouts/slideLayout5.xml"/><Relationship Id="rId1" Type="http://schemas.openxmlformats.org/officeDocument/2006/relationships/video" Target="https://www.youtube.com/embed/cpPofyZbvDw?feature=oembed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slideLayout" Target="../slideLayouts/slideLayout5.xml"/><Relationship Id="rId1" Type="http://schemas.openxmlformats.org/officeDocument/2006/relationships/video" Target="https://www.youtube.com/embed/GjC2YdHeefs?feature=oembed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Layout" Target="../slideLayouts/slideLayout5.xml"/><Relationship Id="rId1" Type="http://schemas.openxmlformats.org/officeDocument/2006/relationships/video" Target="https://www.youtube.com/embed/zYowfSJCB2E?feature=oembed" TargetMode="Externa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jpe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jpe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jpeg"/><Relationship Id="rId4" Type="http://schemas.openxmlformats.org/officeDocument/2006/relationships/image" Target="../media/image21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0047101-8D42-6100-9CEA-AEC0FAEAB6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84474" y="2949739"/>
            <a:ext cx="6261291" cy="2396686"/>
          </a:xfrm>
          <a:noFill/>
        </p:spPr>
        <p:txBody>
          <a:bodyPr anchor="b">
            <a:noAutofit/>
          </a:bodyPr>
          <a:lstStyle/>
          <a:p>
            <a:r>
              <a:rPr lang="en-US" sz="5400" dirty="0"/>
              <a:t>Assistive Robotics </a:t>
            </a:r>
            <a:br>
              <a:rPr lang="en-US" sz="5400" dirty="0"/>
            </a:br>
            <a:r>
              <a:rPr lang="en-US" sz="5400" dirty="0"/>
              <a:t>Part 1</a:t>
            </a:r>
          </a:p>
        </p:txBody>
      </p:sp>
    </p:spTree>
    <p:extLst>
      <p:ext uri="{BB962C8B-B14F-4D97-AF65-F5344CB8AC3E}">
        <p14:creationId xmlns:p14="http://schemas.microsoft.com/office/powerpoint/2010/main" val="5174260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2513E45-4F5C-9394-1D42-7FB6C0170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22118" y="262762"/>
            <a:ext cx="5507421" cy="3649718"/>
          </a:xfrm>
        </p:spPr>
        <p:txBody>
          <a:bodyPr anchor="b">
            <a:normAutofit/>
          </a:bodyPr>
          <a:lstStyle/>
          <a:p>
            <a:r>
              <a:rPr lang="en-US" sz="4400" dirty="0"/>
              <a:t>Sandesh G. Bhat, Ph.D.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5C37F52-5C08-7C02-C9CA-E2AD930A95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2118" y="4058263"/>
            <a:ext cx="5507421" cy="2141482"/>
          </a:xfrm>
        </p:spPr>
        <p:txBody>
          <a:bodyPr>
            <a:normAutofit/>
          </a:bodyPr>
          <a:lstStyle/>
          <a:p>
            <a:r>
              <a:rPr lang="en-US" dirty="0"/>
              <a:t>Assistant Professor</a:t>
            </a:r>
          </a:p>
          <a:p>
            <a:r>
              <a:rPr lang="en-US" dirty="0"/>
              <a:t>Assistive Systems and Robotics Engineering</a:t>
            </a:r>
          </a:p>
          <a:p>
            <a:endParaRPr lang="en-US" dirty="0"/>
          </a:p>
        </p:txBody>
      </p:sp>
      <p:pic>
        <p:nvPicPr>
          <p:cNvPr id="12" name="Picture Placeholder 11">
            <a:extLst>
              <a:ext uri="{FF2B5EF4-FFF2-40B4-BE49-F238E27FC236}">
                <a16:creationId xmlns:a16="http://schemas.microsoft.com/office/drawing/2014/main" id="{6E07BB8D-4801-8AD4-CE3C-35FCCFB0FBF8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014" b="10014"/>
          <a:stretch>
            <a:fillRect/>
          </a:stretch>
        </p:blipFill>
        <p:spPr>
          <a:prstGeom prst="ellipse">
            <a:avLst/>
          </a:prstGeom>
          <a:noFill/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9218525-1498-1A02-DF56-6E7048187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39243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2181D-911C-1343-7267-E35AC86CC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957" y="1119031"/>
            <a:ext cx="4384736" cy="4619938"/>
          </a:xfrm>
          <a:noFill/>
        </p:spPr>
        <p:txBody>
          <a:bodyPr>
            <a:noAutofit/>
          </a:bodyPr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EA8735-F1DC-1DE6-0A38-429B2F660F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01708" y="554942"/>
            <a:ext cx="5552091" cy="5768220"/>
          </a:xfrm>
          <a:noFill/>
        </p:spPr>
        <p:txBody>
          <a:bodyPr>
            <a:normAutofit/>
          </a:bodyPr>
          <a:lstStyle/>
          <a:p>
            <a:r>
              <a:rPr lang="en-US" dirty="0"/>
              <a:t>Introduction to Robotics</a:t>
            </a:r>
          </a:p>
          <a:p>
            <a:r>
              <a:rPr lang="en-US" dirty="0"/>
              <a:t>Workshop Project</a:t>
            </a:r>
          </a:p>
          <a:p>
            <a:r>
              <a:rPr lang="en-US" dirty="0"/>
              <a:t>Simple Electronics</a:t>
            </a:r>
          </a:p>
          <a:p>
            <a:r>
              <a:rPr lang="en-US" dirty="0"/>
              <a:t>Simple Coding</a:t>
            </a:r>
          </a:p>
          <a:p>
            <a:r>
              <a:rPr lang="en-US" dirty="0"/>
              <a:t>Servo Motors</a:t>
            </a:r>
          </a:p>
          <a:p>
            <a:r>
              <a:rPr lang="en-US" dirty="0"/>
              <a:t>Controlling Servo Motors</a:t>
            </a:r>
          </a:p>
        </p:txBody>
      </p:sp>
    </p:spTree>
    <p:extLst>
      <p:ext uri="{BB962C8B-B14F-4D97-AF65-F5344CB8AC3E}">
        <p14:creationId xmlns:p14="http://schemas.microsoft.com/office/powerpoint/2010/main" val="39207244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E3A381-56C6-B2E4-E5E2-D73D7A2BE36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Introduction to Robotics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A0D278-A58A-D794-F8A1-037D8F81D37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Robotics? Or just Robots?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9D113F-D34E-BB3E-0E76-BC2BC7548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2182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43E4A-F6FF-DF3E-FBE0-E114000C0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Robotics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5FC22C-1A92-05B1-0E99-D0564D4FF3B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b="1" u="sng" dirty="0"/>
              <a:t>Robotics</a:t>
            </a:r>
            <a:r>
              <a:rPr lang="en-US" dirty="0"/>
              <a:t>:</a:t>
            </a:r>
          </a:p>
          <a:p>
            <a:r>
              <a:rPr lang="en-US" dirty="0"/>
              <a:t>The field of </a:t>
            </a:r>
            <a:r>
              <a:rPr lang="en-US" b="1" dirty="0"/>
              <a:t>science</a:t>
            </a:r>
            <a:r>
              <a:rPr lang="en-US" dirty="0"/>
              <a:t> and </a:t>
            </a:r>
            <a:r>
              <a:rPr lang="en-US" b="1" dirty="0"/>
              <a:t>engineering</a:t>
            </a:r>
            <a:r>
              <a:rPr lang="en-US" dirty="0"/>
              <a:t> dedicated to designing, building, and programming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8F686C-961D-792C-3B3B-1CBB322530CB}"/>
              </a:ext>
            </a:extLst>
          </p:cNvPr>
          <p:cNvSpPr>
            <a:spLocks noGrp="1"/>
          </p:cNvSpPr>
          <p:nvPr>
            <p:ph sz="half" idx="15"/>
          </p:nvPr>
        </p:nvSpPr>
        <p:spPr/>
        <p:txBody>
          <a:bodyPr/>
          <a:lstStyle/>
          <a:p>
            <a:r>
              <a:rPr lang="en-US" b="1" u="sng" dirty="0"/>
              <a:t>Robots</a:t>
            </a:r>
            <a:r>
              <a:rPr lang="en-US" dirty="0"/>
              <a:t>:</a:t>
            </a:r>
          </a:p>
          <a:p>
            <a:r>
              <a:rPr lang="en-US" dirty="0"/>
              <a:t>Machines that perform certain tasks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 descr="Why Pursue a Career in Robotics? | Excelsior University">
            <a:extLst>
              <a:ext uri="{FF2B5EF4-FFF2-40B4-BE49-F238E27FC236}">
                <a16:creationId xmlns:a16="http://schemas.microsoft.com/office/drawing/2014/main" id="{F7799EB8-EFBF-B4FC-FFA7-ACCEAE006D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720" y="3429000"/>
            <a:ext cx="4475833" cy="2542273"/>
          </a:xfrm>
          <a:prstGeom prst="rect">
            <a:avLst/>
          </a:prstGeom>
        </p:spPr>
      </p:pic>
      <p:pic>
        <p:nvPicPr>
          <p:cNvPr id="6" name="Picture 5" descr="Robotics engineering - Wikipedia">
            <a:extLst>
              <a:ext uri="{FF2B5EF4-FFF2-40B4-BE49-F238E27FC236}">
                <a16:creationId xmlns:a16="http://schemas.microsoft.com/office/drawing/2014/main" id="{47EA4208-CCE2-C1D5-3405-5433136B37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1257" y="2811047"/>
            <a:ext cx="3049068" cy="3429777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2DC438-3D04-B1E0-79B9-0C328B331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1369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Placeholder 5" descr="Boy playing in playground in front of apartment building&#10;">
            <a:extLst>
              <a:ext uri="{FF2B5EF4-FFF2-40B4-BE49-F238E27FC236}">
                <a16:creationId xmlns:a16="http://schemas.microsoft.com/office/drawing/2014/main" id="{46148692-01F9-F0AF-248D-A06D949F3145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/>
          <a:srcRect/>
          <a:stretch/>
        </p:blipFill>
        <p:spPr>
          <a:xfrm>
            <a:off x="0" y="0"/>
            <a:ext cx="12192000" cy="6858000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A0034E89-1952-5288-08A0-70A4A73BE3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8168" y="923544"/>
            <a:ext cx="6455664" cy="5010912"/>
          </a:xfrm>
          <a:noFill/>
        </p:spPr>
        <p:txBody>
          <a:bodyPr anchor="ctr"/>
          <a:lstStyle/>
          <a:p>
            <a:r>
              <a:rPr lang="en-US" dirty="0"/>
              <a:t>What Robots have you seen/used/heard of?</a:t>
            </a:r>
          </a:p>
        </p:txBody>
      </p:sp>
    </p:spTree>
    <p:extLst>
      <p:ext uri="{BB962C8B-B14F-4D97-AF65-F5344CB8AC3E}">
        <p14:creationId xmlns:p14="http://schemas.microsoft.com/office/powerpoint/2010/main" val="17561280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nline Media 3" title="Precision da Vinci Robotic Surgery Peels Grape Skin">
            <a:hlinkClick r:id="" action="ppaction://media"/>
            <a:extLst>
              <a:ext uri="{FF2B5EF4-FFF2-40B4-BE49-F238E27FC236}">
                <a16:creationId xmlns:a16="http://schemas.microsoft.com/office/drawing/2014/main" id="{21AFD108-1F05-32DB-2A60-DF3C549E1F00}"/>
              </a:ext>
            </a:extLst>
          </p:cNvPr>
          <p:cNvPicPr>
            <a:picLocks noGrp="1" noRot="1" noChangeAspect="1"/>
          </p:cNvPicPr>
          <p:nvPr>
            <p:ph sz="quarter" idx="13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381309" y="194351"/>
            <a:ext cx="11418346" cy="6451355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DABB162-25F0-FF2B-1876-978F9DE31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4875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B1FA31-E8B9-5C22-C7A1-BB26E20B40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Surgical Robotics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063760-E15D-9637-B329-64221BEF345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b="1" dirty="0"/>
              <a:t>More than 3.15 million robot-assisted surgeries</a:t>
            </a:r>
            <a:r>
              <a:rPr lang="en-US" dirty="0"/>
              <a:t> were performed worldwide in </a:t>
            </a:r>
            <a:r>
              <a:rPr lang="en-US" b="1" dirty="0"/>
              <a:t>2025</a:t>
            </a:r>
          </a:p>
          <a:p>
            <a:r>
              <a:rPr lang="en-US" b="1" dirty="0"/>
              <a:t>Most Common Procedures:</a:t>
            </a:r>
          </a:p>
          <a:p>
            <a:pPr lvl="1"/>
            <a:r>
              <a:rPr lang="en-US" b="1" dirty="0"/>
              <a:t>General surgery:</a:t>
            </a:r>
            <a:r>
              <a:rPr lang="en-US" dirty="0"/>
              <a:t> ~</a:t>
            </a:r>
            <a:r>
              <a:rPr lang="en-US" b="1" dirty="0"/>
              <a:t>1.58 million</a:t>
            </a:r>
            <a:r>
              <a:rPr lang="en-US" dirty="0"/>
              <a:t> procedures </a:t>
            </a:r>
          </a:p>
          <a:p>
            <a:pPr lvl="1"/>
            <a:r>
              <a:rPr lang="en-US" b="1" dirty="0"/>
              <a:t>Urology:</a:t>
            </a:r>
            <a:r>
              <a:rPr lang="en-US" dirty="0"/>
              <a:t> ~</a:t>
            </a:r>
            <a:r>
              <a:rPr lang="en-US" b="1" dirty="0"/>
              <a:t>708,000</a:t>
            </a:r>
            <a:r>
              <a:rPr lang="en-US" dirty="0"/>
              <a:t> procedures </a:t>
            </a:r>
          </a:p>
          <a:p>
            <a:pPr lvl="1"/>
            <a:r>
              <a:rPr lang="en-US" b="1" dirty="0"/>
              <a:t>Gynecology:</a:t>
            </a:r>
            <a:r>
              <a:rPr lang="en-US" dirty="0"/>
              <a:t> ~</a:t>
            </a:r>
            <a:r>
              <a:rPr lang="en-US" b="1" dirty="0"/>
              <a:t>649,000</a:t>
            </a:r>
            <a:r>
              <a:rPr lang="en-US" dirty="0"/>
              <a:t> procedures</a:t>
            </a:r>
          </a:p>
          <a:p>
            <a:pPr lvl="1"/>
            <a:r>
              <a:rPr lang="en-US" b="1" dirty="0"/>
              <a:t>Hernia Repair</a:t>
            </a:r>
          </a:p>
          <a:p>
            <a:pPr lvl="1"/>
            <a:r>
              <a:rPr lang="en-US" b="1" dirty="0"/>
              <a:t>Joint Replacements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9D3550-F401-40C0-7A16-7C665DC1C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9974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nline Media 3" title="Patients Benefit Using the EksoGT™ Robotic Exoskeleton at Marianjoy Rehabilitation Hospital">
            <a:hlinkClick r:id="" action="ppaction://media"/>
            <a:extLst>
              <a:ext uri="{FF2B5EF4-FFF2-40B4-BE49-F238E27FC236}">
                <a16:creationId xmlns:a16="http://schemas.microsoft.com/office/drawing/2014/main" id="{6F8FBFF7-C400-F02B-93D6-4F8F5103A639}"/>
              </a:ext>
            </a:extLst>
          </p:cNvPr>
          <p:cNvPicPr>
            <a:picLocks noGrp="1" noRot="1" noChangeAspect="1"/>
          </p:cNvPicPr>
          <p:nvPr>
            <p:ph sz="quarter" idx="13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454819" y="241738"/>
            <a:ext cx="11282362" cy="6374524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7D07BA8-D027-E910-54BB-2F097B763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471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0D97EC-178C-518B-2BBB-3861CB0CC4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Online Media 3" title="The Device Giving Stroke Survivors Their Arm Back">
            <a:hlinkClick r:id="" action="ppaction://media"/>
            <a:extLst>
              <a:ext uri="{FF2B5EF4-FFF2-40B4-BE49-F238E27FC236}">
                <a16:creationId xmlns:a16="http://schemas.microsoft.com/office/drawing/2014/main" id="{0BF55F5D-7003-9DAC-F212-BED100969A08}"/>
              </a:ext>
            </a:extLst>
          </p:cNvPr>
          <p:cNvPicPr>
            <a:picLocks noGrp="1" noRot="1" noChangeAspect="1"/>
          </p:cNvPicPr>
          <p:nvPr>
            <p:ph sz="quarter" idx="13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583406" y="323977"/>
            <a:ext cx="11025187" cy="622922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5756651-E84F-D33F-384F-37C664DE1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5976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D912C0-10F9-9CD3-67D5-CB6B2E0769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Robotics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E7407-E44B-117A-E2A1-87B758637B0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sz="2000" dirty="0"/>
              <a:t>Skills required:</a:t>
            </a:r>
          </a:p>
          <a:p>
            <a:pPr lvl="1"/>
            <a:r>
              <a:rPr lang="en-US" sz="2000" b="1" dirty="0">
                <a:solidFill>
                  <a:schemeClr val="accent1"/>
                </a:solidFill>
              </a:rPr>
              <a:t>Mechanical Engineering</a:t>
            </a:r>
            <a:r>
              <a:rPr lang="en-US" sz="2000" dirty="0"/>
              <a:t>: To design/build the robot</a:t>
            </a:r>
          </a:p>
          <a:p>
            <a:pPr lvl="1"/>
            <a:r>
              <a:rPr lang="en-US" sz="2000" b="1" dirty="0">
                <a:solidFill>
                  <a:schemeClr val="accent1"/>
                </a:solidFill>
              </a:rPr>
              <a:t>Electrical Engineering</a:t>
            </a:r>
            <a:r>
              <a:rPr lang="en-US" sz="2000" dirty="0"/>
              <a:t>: To wire the motors and sensors</a:t>
            </a:r>
          </a:p>
          <a:p>
            <a:pPr lvl="1"/>
            <a:r>
              <a:rPr lang="en-US" sz="2000" b="1" dirty="0">
                <a:solidFill>
                  <a:schemeClr val="accent1"/>
                </a:solidFill>
              </a:rPr>
              <a:t>Computer Engineering + Science</a:t>
            </a:r>
            <a:r>
              <a:rPr lang="en-US" sz="2000" dirty="0"/>
              <a:t>: To make the robot work as intended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C65A5F-C00B-1508-16C7-2BFE9D08E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94837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063BCF-F1CD-6B24-5618-AE992016B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2169C7-6ED7-4577-5A00-BE06A274CAA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Workshop 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BB1CA6-B9FB-4B79-3EEB-AFFB81F35D2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What are we doing here?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A640D7-6070-0852-4DF8-768443D88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34824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BD60B-3999-A863-D3DD-E448295E5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Workshop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732220-847B-EF28-27F7-28D29AC86537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Control a motor using an input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Connect a motor to a microcontroller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Use an input to move it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The motor returns to original position once the input goes away</a:t>
            </a:r>
          </a:p>
          <a:p>
            <a:pPr marL="457200" lvl="1" indent="0">
              <a:buNone/>
            </a:pPr>
            <a:endParaRPr lang="en-US" dirty="0"/>
          </a:p>
        </p:txBody>
      </p:sp>
      <p:pic>
        <p:nvPicPr>
          <p:cNvPr id="4" name="Picture 3" descr="Servo Control | Data-Driven Engineering">
            <a:extLst>
              <a:ext uri="{FF2B5EF4-FFF2-40B4-BE49-F238E27FC236}">
                <a16:creationId xmlns:a16="http://schemas.microsoft.com/office/drawing/2014/main" id="{10940A3E-119B-D97F-5CC7-F1DAA049F1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5937" y="3656806"/>
            <a:ext cx="5057775" cy="2667000"/>
          </a:xfrm>
          <a:prstGeom prst="rect">
            <a:avLst/>
          </a:prstGeom>
        </p:spPr>
      </p:pic>
      <p:sp>
        <p:nvSpPr>
          <p:cNvPr id="5" name="Freeform: Shape 4">
            <a:extLst>
              <a:ext uri="{FF2B5EF4-FFF2-40B4-BE49-F238E27FC236}">
                <a16:creationId xmlns:a16="http://schemas.microsoft.com/office/drawing/2014/main" id="{82D61811-035A-C3F5-FCB3-FCE9901D7329}"/>
              </a:ext>
            </a:extLst>
          </p:cNvPr>
          <p:cNvSpPr/>
          <p:nvPr/>
        </p:nvSpPr>
        <p:spPr>
          <a:xfrm>
            <a:off x="3152775" y="2122127"/>
            <a:ext cx="4886325" cy="1735497"/>
          </a:xfrm>
          <a:custGeom>
            <a:avLst/>
            <a:gdLst>
              <a:gd name="csX0" fmla="*/ 0 w 4953000"/>
              <a:gd name="csY0" fmla="*/ 249597 h 1459272"/>
              <a:gd name="csX1" fmla="*/ 2038350 w 4953000"/>
              <a:gd name="csY1" fmla="*/ 11472 h 1459272"/>
              <a:gd name="csX2" fmla="*/ 4162425 w 4953000"/>
              <a:gd name="csY2" fmla="*/ 573447 h 1459272"/>
              <a:gd name="csX3" fmla="*/ 4953000 w 4953000"/>
              <a:gd name="csY3" fmla="*/ 1459272 h 145927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4953000" h="1459272">
                <a:moveTo>
                  <a:pt x="0" y="249597"/>
                </a:moveTo>
                <a:cubicBezTo>
                  <a:pt x="672306" y="103547"/>
                  <a:pt x="1344613" y="-42503"/>
                  <a:pt x="2038350" y="11472"/>
                </a:cubicBezTo>
                <a:cubicBezTo>
                  <a:pt x="2732088" y="65447"/>
                  <a:pt x="3676650" y="332147"/>
                  <a:pt x="4162425" y="573447"/>
                </a:cubicBezTo>
                <a:cubicBezTo>
                  <a:pt x="4648200" y="814747"/>
                  <a:pt x="4840288" y="1233847"/>
                  <a:pt x="4953000" y="1459272"/>
                </a:cubicBezTo>
              </a:path>
            </a:pathLst>
          </a:custGeom>
          <a:noFill/>
          <a:ln>
            <a:solidFill>
              <a:schemeClr val="accent2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151D92-3969-A247-1E9D-7E5D8B3AE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52234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503721-A687-06B3-04C0-115076AFDE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A16EFA-EB17-62B7-23D7-C5384F333B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Workshop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2C7E4F-3840-6023-A105-B05DF7EBA10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What you will learn:</a:t>
            </a:r>
          </a:p>
          <a:p>
            <a:pPr lvl="1"/>
            <a:r>
              <a:rPr lang="en-US" dirty="0"/>
              <a:t>Wiring electronics </a:t>
            </a:r>
          </a:p>
          <a:p>
            <a:pPr lvl="1"/>
            <a:r>
              <a:rPr lang="en-US" dirty="0"/>
              <a:t>Programming a microcontroller (Raspberry Pi Pico) </a:t>
            </a:r>
          </a:p>
          <a:p>
            <a:pPr lvl="1"/>
            <a:r>
              <a:rPr lang="en-US" dirty="0"/>
              <a:t>Reading an input </a:t>
            </a:r>
          </a:p>
          <a:p>
            <a:pPr lvl="1"/>
            <a:r>
              <a:rPr lang="en-US" dirty="0"/>
              <a:t>Moving a motor</a:t>
            </a:r>
          </a:p>
          <a:p>
            <a:pPr marL="457200" lvl="1" indent="0">
              <a:buNone/>
            </a:pPr>
            <a:endParaRPr lang="en-US" dirty="0"/>
          </a:p>
        </p:txBody>
      </p:sp>
      <p:pic>
        <p:nvPicPr>
          <p:cNvPr id="4" name="Picture 3" descr="Raspberry Pi Pico WH (Pre-Soldered Headers)">
            <a:extLst>
              <a:ext uri="{FF2B5EF4-FFF2-40B4-BE49-F238E27FC236}">
                <a16:creationId xmlns:a16="http://schemas.microsoft.com/office/drawing/2014/main" id="{94281B77-EB4A-45A6-FBC1-557664F8517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3889" b="18333"/>
          <a:stretch>
            <a:fillRect/>
          </a:stretch>
        </p:blipFill>
        <p:spPr>
          <a:xfrm>
            <a:off x="6438900" y="457199"/>
            <a:ext cx="5143500" cy="2971801"/>
          </a:xfrm>
          <a:prstGeom prst="rect">
            <a:avLst/>
          </a:prstGeom>
        </p:spPr>
      </p:pic>
      <p:sp>
        <p:nvSpPr>
          <p:cNvPr id="6" name="Freeform: Shape 5">
            <a:extLst>
              <a:ext uri="{FF2B5EF4-FFF2-40B4-BE49-F238E27FC236}">
                <a16:creationId xmlns:a16="http://schemas.microsoft.com/office/drawing/2014/main" id="{4E741F2A-A814-47B1-1CCE-AEA720F823AA}"/>
              </a:ext>
            </a:extLst>
          </p:cNvPr>
          <p:cNvSpPr/>
          <p:nvPr/>
        </p:nvSpPr>
        <p:spPr>
          <a:xfrm>
            <a:off x="6280354" y="2724830"/>
            <a:ext cx="1200150" cy="219075"/>
          </a:xfrm>
          <a:custGeom>
            <a:avLst/>
            <a:gdLst>
              <a:gd name="csX0" fmla="*/ 0 w 1200150"/>
              <a:gd name="csY0" fmla="*/ 219075 h 219075"/>
              <a:gd name="csX1" fmla="*/ 647700 w 1200150"/>
              <a:gd name="csY1" fmla="*/ 161925 h 219075"/>
              <a:gd name="csX2" fmla="*/ 1200150 w 1200150"/>
              <a:gd name="csY2" fmla="*/ 0 h 2190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200150" h="219075">
                <a:moveTo>
                  <a:pt x="0" y="219075"/>
                </a:moveTo>
                <a:cubicBezTo>
                  <a:pt x="223837" y="208756"/>
                  <a:pt x="447675" y="198437"/>
                  <a:pt x="647700" y="161925"/>
                </a:cubicBezTo>
                <a:cubicBezTo>
                  <a:pt x="847725" y="125413"/>
                  <a:pt x="1149350" y="26987"/>
                  <a:pt x="1200150" y="0"/>
                </a:cubicBezTo>
              </a:path>
            </a:pathLst>
          </a:custGeom>
          <a:noFill/>
          <a:ln>
            <a:solidFill>
              <a:schemeClr val="accent2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Mini Pushbutton Switch">
            <a:extLst>
              <a:ext uri="{FF2B5EF4-FFF2-40B4-BE49-F238E27FC236}">
                <a16:creationId xmlns:a16="http://schemas.microsoft.com/office/drawing/2014/main" id="{7BB84CF1-2995-A6FF-1EE7-36854A8B7FF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259" t="12592" r="15556" b="12778"/>
          <a:stretch>
            <a:fillRect/>
          </a:stretch>
        </p:blipFill>
        <p:spPr>
          <a:xfrm>
            <a:off x="5174072" y="3830635"/>
            <a:ext cx="2212565" cy="2352675"/>
          </a:xfrm>
          <a:prstGeom prst="rect">
            <a:avLst/>
          </a:prstGeom>
        </p:spPr>
      </p:pic>
      <p:sp>
        <p:nvSpPr>
          <p:cNvPr id="8" name="Freeform: Shape 7">
            <a:extLst>
              <a:ext uri="{FF2B5EF4-FFF2-40B4-BE49-F238E27FC236}">
                <a16:creationId xmlns:a16="http://schemas.microsoft.com/office/drawing/2014/main" id="{62251161-FBC5-53A0-3172-C31FC4FCBB35}"/>
              </a:ext>
            </a:extLst>
          </p:cNvPr>
          <p:cNvSpPr/>
          <p:nvPr/>
        </p:nvSpPr>
        <p:spPr>
          <a:xfrm>
            <a:off x="3244645" y="3390900"/>
            <a:ext cx="2317955" cy="904875"/>
          </a:xfrm>
          <a:custGeom>
            <a:avLst/>
            <a:gdLst>
              <a:gd name="csX0" fmla="*/ 0 w 2600325"/>
              <a:gd name="csY0" fmla="*/ 0 h 904875"/>
              <a:gd name="csX1" fmla="*/ 1504950 w 2600325"/>
              <a:gd name="csY1" fmla="*/ 266700 h 904875"/>
              <a:gd name="csX2" fmla="*/ 2600325 w 2600325"/>
              <a:gd name="csY2" fmla="*/ 904875 h 9048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2600325" h="904875">
                <a:moveTo>
                  <a:pt x="0" y="0"/>
                </a:moveTo>
                <a:cubicBezTo>
                  <a:pt x="535781" y="57944"/>
                  <a:pt x="1071563" y="115888"/>
                  <a:pt x="1504950" y="266700"/>
                </a:cubicBezTo>
                <a:cubicBezTo>
                  <a:pt x="1938337" y="417512"/>
                  <a:pt x="2269331" y="661193"/>
                  <a:pt x="2600325" y="904875"/>
                </a:cubicBezTo>
              </a:path>
            </a:pathLst>
          </a:custGeom>
          <a:noFill/>
          <a:ln>
            <a:solidFill>
              <a:schemeClr val="accent2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023298-94BA-AEB5-2DDD-4596A3D24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33606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63CB3-2956-E8D2-C23D-A3BAA7295D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15929" y="1349825"/>
            <a:ext cx="6560142" cy="3063149"/>
          </a:xfrm>
          <a:noFill/>
        </p:spPr>
        <p:txBody>
          <a:bodyPr/>
          <a:lstStyle/>
          <a:p>
            <a:r>
              <a:rPr lang="en-US" dirty="0"/>
              <a:t>Simple Electronics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ECEBD4-35BF-26BB-D438-DA43EBD5EE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15929" y="4412973"/>
            <a:ext cx="6560142" cy="1935571"/>
          </a:xfrm>
          <a:noFill/>
        </p:spPr>
        <p:txBody>
          <a:bodyPr/>
          <a:lstStyle/>
          <a:p>
            <a:r>
              <a:rPr lang="en-US" dirty="0"/>
              <a:t>No sparks allowed here!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498409-E0BA-C497-A702-94CDC72AF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0989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9504F-8B42-E3BD-ED98-A4E00550C8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Conductors vs. insulators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865343-F058-7FCD-0F0D-82E3D9B4FB2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b="1" dirty="0"/>
              <a:t>Conductors</a:t>
            </a:r>
            <a:r>
              <a:rPr lang="en-US" dirty="0"/>
              <a:t>:</a:t>
            </a:r>
          </a:p>
          <a:p>
            <a:r>
              <a:rPr lang="en-US" dirty="0"/>
              <a:t>Electricity flows through</a:t>
            </a:r>
          </a:p>
          <a:p>
            <a:r>
              <a:rPr lang="en-US" dirty="0"/>
              <a:t>e.g., Metals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EB4EB7-4A40-60F4-3CD3-ED07F737DEC7}"/>
              </a:ext>
            </a:extLst>
          </p:cNvPr>
          <p:cNvSpPr>
            <a:spLocks noGrp="1"/>
          </p:cNvSpPr>
          <p:nvPr>
            <p:ph sz="half" idx="15"/>
          </p:nvPr>
        </p:nvSpPr>
        <p:spPr/>
        <p:txBody>
          <a:bodyPr/>
          <a:lstStyle/>
          <a:p>
            <a:r>
              <a:rPr lang="en-US" b="1" dirty="0"/>
              <a:t>Insulators</a:t>
            </a:r>
            <a:r>
              <a:rPr lang="en-US" dirty="0"/>
              <a:t>:</a:t>
            </a:r>
          </a:p>
          <a:p>
            <a:r>
              <a:rPr lang="en-US" dirty="0"/>
              <a:t>Stops flow of electricity </a:t>
            </a:r>
          </a:p>
          <a:p>
            <a:r>
              <a:rPr lang="en-US" dirty="0"/>
              <a:t>e.g., Plastic</a:t>
            </a:r>
          </a:p>
        </p:txBody>
      </p:sp>
      <p:pic>
        <p:nvPicPr>
          <p:cNvPr id="5" name="Picture 4" descr="Electric Spark from a Device with Metal Components on a Dark Surface during  a Demonstration of Electrical Energy Stock Image - Image of voltage, power:  431154169">
            <a:extLst>
              <a:ext uri="{FF2B5EF4-FFF2-40B4-BE49-F238E27FC236}">
                <a16:creationId xmlns:a16="http://schemas.microsoft.com/office/drawing/2014/main" id="{3DF490C8-FDFE-4401-001E-323146E177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783" y="3602444"/>
            <a:ext cx="4475995" cy="2512152"/>
          </a:xfrm>
          <a:prstGeom prst="rect">
            <a:avLst/>
          </a:prstGeom>
        </p:spPr>
      </p:pic>
      <p:pic>
        <p:nvPicPr>
          <p:cNvPr id="6" name="Picture 5" descr="Top Plastic Materials Used in Electrical Systems | Piedmont Plastics">
            <a:extLst>
              <a:ext uri="{FF2B5EF4-FFF2-40B4-BE49-F238E27FC236}">
                <a16:creationId xmlns:a16="http://schemas.microsoft.com/office/drawing/2014/main" id="{E4A057E6-CAEC-3F2D-286B-FA79631882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7670" y="3405115"/>
            <a:ext cx="5166130" cy="2906809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924785-0819-DBBE-7ED2-635EC147E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41364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343F5B-7949-1AED-72BD-07F641F3F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Circuit?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8A2DCE-8D4A-BDEB-BA55-2EFDC4CCB01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Has all the components involved in the system.</a:t>
            </a:r>
          </a:p>
          <a:p>
            <a:pPr marL="685800" lvl="1" indent="-228600"/>
            <a:r>
              <a:rPr lang="en-US" dirty="0"/>
              <a:t>The battery provides power (electricity)</a:t>
            </a:r>
          </a:p>
          <a:p>
            <a:pPr marL="685800" lvl="1" indent="-228600"/>
            <a:r>
              <a:rPr lang="en-US" dirty="0"/>
              <a:t>The switch controls the flow of the power</a:t>
            </a:r>
          </a:p>
          <a:p>
            <a:pPr marL="685800" lvl="1" indent="-228600"/>
            <a:r>
              <a:rPr lang="en-US" dirty="0"/>
              <a:t>The light bulb converts the power into a different form (light)</a:t>
            </a:r>
          </a:p>
          <a:p>
            <a:pPr marL="0" lvl="1" indent="0">
              <a:buNone/>
            </a:pPr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FF78CB40-135F-17B0-877C-E374CBCB76F4}"/>
              </a:ext>
            </a:extLst>
          </p:cNvPr>
          <p:cNvSpPr>
            <a:spLocks noGrp="1"/>
          </p:cNvSpPr>
          <p:nvPr>
            <p:ph sz="half" idx="15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" name="Picture 9" descr="Simple electrical circuits">
            <a:extLst>
              <a:ext uri="{FF2B5EF4-FFF2-40B4-BE49-F238E27FC236}">
                <a16:creationId xmlns:a16="http://schemas.microsoft.com/office/drawing/2014/main" id="{DC247352-3B16-8D20-2A0F-700E3F909C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5049" y="786580"/>
            <a:ext cx="5097379" cy="2362200"/>
          </a:xfrm>
          <a:prstGeom prst="rect">
            <a:avLst/>
          </a:prstGeom>
        </p:spPr>
      </p:pic>
      <p:pic>
        <p:nvPicPr>
          <p:cNvPr id="11" name="Picture 10" descr="Simple electrical circuits">
            <a:extLst>
              <a:ext uri="{FF2B5EF4-FFF2-40B4-BE49-F238E27FC236}">
                <a16:creationId xmlns:a16="http://schemas.microsoft.com/office/drawing/2014/main" id="{8C242D8A-282D-B5D2-E5C9-7F334B97A3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9234" y="3802749"/>
            <a:ext cx="4904566" cy="2362199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A66F06F-DDC8-EC71-0BB1-AE2412E07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46410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D1CC2-FB29-C0FF-A87E-88E50EF552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Easy Circuits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50B3D-7256-BAF2-57B5-0411CA703A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4294239" cy="4297680"/>
          </a:xfrm>
        </p:spPr>
        <p:txBody>
          <a:bodyPr/>
          <a:lstStyle/>
          <a:p>
            <a:pPr marL="0" lvl="1" indent="0">
              <a:buNone/>
            </a:pPr>
            <a:r>
              <a:rPr lang="en-US" dirty="0"/>
              <a:t>Making a circuit can be difficult! </a:t>
            </a:r>
          </a:p>
          <a:p>
            <a:pPr marL="0" lvl="1" indent="0">
              <a:buNone/>
            </a:pPr>
            <a:r>
              <a:rPr lang="en-US" dirty="0"/>
              <a:t>So we use some components to make it easier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Breadboard</a:t>
            </a:r>
          </a:p>
          <a:p>
            <a:pPr lvl="1"/>
            <a:r>
              <a:rPr lang="en-US" dirty="0"/>
              <a:t>Jumper wires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pic>
        <p:nvPicPr>
          <p:cNvPr id="9" name="Picture 8" descr="Jumper Wires Premium 6in. M/M - 2 Pack (Red and Black)">
            <a:extLst>
              <a:ext uri="{FF2B5EF4-FFF2-40B4-BE49-F238E27FC236}">
                <a16:creationId xmlns:a16="http://schemas.microsoft.com/office/drawing/2014/main" id="{979D399A-460B-1C66-8472-E71E92D5325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220" t="16504" b="14279"/>
          <a:stretch>
            <a:fillRect/>
          </a:stretch>
        </p:blipFill>
        <p:spPr>
          <a:xfrm>
            <a:off x="2438403" y="2852687"/>
            <a:ext cx="4621160" cy="3562718"/>
          </a:xfrm>
          <a:prstGeom prst="snip2DiagRect">
            <a:avLst>
              <a:gd name="adj1" fmla="val 50000"/>
              <a:gd name="adj2" fmla="val 3144"/>
            </a:avLst>
          </a:prstGeom>
        </p:spPr>
      </p:pic>
      <p:pic>
        <p:nvPicPr>
          <p:cNvPr id="8" name="Content Placeholder 7" descr="Breadboard - Wikipedia">
            <a:extLst>
              <a:ext uri="{FF2B5EF4-FFF2-40B4-BE49-F238E27FC236}">
                <a16:creationId xmlns:a16="http://schemas.microsoft.com/office/drawing/2014/main" id="{F4B88572-6425-DBCD-C5A4-2A68029E8124}"/>
              </a:ext>
            </a:extLst>
          </p:cNvPr>
          <p:cNvPicPr>
            <a:picLocks noGrp="1" noChangeAspect="1"/>
          </p:cNvPicPr>
          <p:nvPr>
            <p:ph sz="half" idx="15"/>
          </p:nvPr>
        </p:nvPicPr>
        <p:blipFill>
          <a:blip r:embed="rId3"/>
          <a:stretch>
            <a:fillRect/>
          </a:stretch>
        </p:blipFill>
        <p:spPr>
          <a:xfrm>
            <a:off x="6528619" y="2485493"/>
            <a:ext cx="5191432" cy="3820569"/>
          </a:xfrm>
          <a:prstGeom prst="rect">
            <a:avLst/>
          </a:prstGeom>
        </p:spPr>
      </p:pic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272536D-6838-F12D-142E-249903D05D0A}"/>
              </a:ext>
            </a:extLst>
          </p:cNvPr>
          <p:cNvSpPr/>
          <p:nvPr/>
        </p:nvSpPr>
        <p:spPr>
          <a:xfrm>
            <a:off x="2615381" y="2598429"/>
            <a:ext cx="3903406" cy="1118165"/>
          </a:xfrm>
          <a:custGeom>
            <a:avLst/>
            <a:gdLst>
              <a:gd name="csX0" fmla="*/ 0 w 3903406"/>
              <a:gd name="csY0" fmla="*/ 1118165 h 1118165"/>
              <a:gd name="csX1" fmla="*/ 2182761 w 3903406"/>
              <a:gd name="csY1" fmla="*/ 223429 h 1118165"/>
              <a:gd name="csX2" fmla="*/ 3903406 w 3903406"/>
              <a:gd name="csY2" fmla="*/ 16952 h 111816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3903406" h="1118165">
                <a:moveTo>
                  <a:pt x="0" y="1118165"/>
                </a:moveTo>
                <a:cubicBezTo>
                  <a:pt x="766096" y="762564"/>
                  <a:pt x="1532193" y="406964"/>
                  <a:pt x="2182761" y="223429"/>
                </a:cubicBezTo>
                <a:cubicBezTo>
                  <a:pt x="2833329" y="39893"/>
                  <a:pt x="3634658" y="-37126"/>
                  <a:pt x="3903406" y="16952"/>
                </a:cubicBezTo>
              </a:path>
            </a:pathLst>
          </a:custGeom>
          <a:noFill/>
          <a:ln>
            <a:solidFill>
              <a:schemeClr val="accent2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78E41F5-15C9-B155-4C64-6FEBC2F77232}"/>
              </a:ext>
            </a:extLst>
          </p:cNvPr>
          <p:cNvSpPr/>
          <p:nvPr/>
        </p:nvSpPr>
        <p:spPr>
          <a:xfrm>
            <a:off x="2300748" y="4424516"/>
            <a:ext cx="540775" cy="442452"/>
          </a:xfrm>
          <a:custGeom>
            <a:avLst/>
            <a:gdLst>
              <a:gd name="csX0" fmla="*/ 0 w 540775"/>
              <a:gd name="csY0" fmla="*/ 0 h 442452"/>
              <a:gd name="csX1" fmla="*/ 540775 w 540775"/>
              <a:gd name="csY1" fmla="*/ 442452 h 442452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540775" h="442452">
                <a:moveTo>
                  <a:pt x="0" y="0"/>
                </a:moveTo>
                <a:cubicBezTo>
                  <a:pt x="170426" y="154858"/>
                  <a:pt x="340852" y="309717"/>
                  <a:pt x="540775" y="442452"/>
                </a:cubicBezTo>
              </a:path>
            </a:pathLst>
          </a:custGeom>
          <a:noFill/>
          <a:ln>
            <a:solidFill>
              <a:schemeClr val="accent2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EDF337E-D8FB-4CD2-C0FC-E948FF92D60C}"/>
              </a:ext>
            </a:extLst>
          </p:cNvPr>
          <p:cNvSpPr txBox="1"/>
          <p:nvPr/>
        </p:nvSpPr>
        <p:spPr>
          <a:xfrm>
            <a:off x="5032887" y="966557"/>
            <a:ext cx="62437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</a:rPr>
              <a:t>Try inserting the wires into the breadboard 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4F5BB9-DB21-341F-1CA9-50122EA1C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16719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54278B-5737-E4C9-0033-6B151B97E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Microcontroller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BE44BC-BD5B-BCAB-428D-085118E3958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lvl="1"/>
            <a:r>
              <a:rPr lang="en-US" dirty="0"/>
              <a:t>Raspberry Pico Pi</a:t>
            </a:r>
          </a:p>
          <a:p>
            <a:pPr lvl="1"/>
            <a:r>
              <a:rPr lang="en-US" dirty="0"/>
              <a:t>Simple tiny computer</a:t>
            </a:r>
          </a:p>
          <a:p>
            <a:pPr lvl="1"/>
            <a:r>
              <a:rPr lang="en-US" dirty="0"/>
              <a:t>It can:</a:t>
            </a:r>
          </a:p>
          <a:p>
            <a:pPr lvl="2"/>
            <a:r>
              <a:rPr lang="en-US" dirty="0"/>
              <a:t>Read sensors </a:t>
            </a:r>
          </a:p>
          <a:p>
            <a:pPr lvl="2"/>
            <a:r>
              <a:rPr lang="en-US" dirty="0"/>
              <a:t>Run programs </a:t>
            </a:r>
          </a:p>
          <a:p>
            <a:pPr lvl="2"/>
            <a:r>
              <a:rPr lang="en-US" dirty="0"/>
              <a:t>Control motors</a:t>
            </a:r>
          </a:p>
          <a:p>
            <a:endParaRPr lang="en-US" dirty="0"/>
          </a:p>
        </p:txBody>
      </p:sp>
      <p:pic>
        <p:nvPicPr>
          <p:cNvPr id="6" name="Content Placeholder 5" descr="Raspberry Pi Pico WH (Pre-Soldered Headers)">
            <a:extLst>
              <a:ext uri="{FF2B5EF4-FFF2-40B4-BE49-F238E27FC236}">
                <a16:creationId xmlns:a16="http://schemas.microsoft.com/office/drawing/2014/main" id="{1686ACEF-2F81-9814-57BD-8822BBEB4EF2}"/>
              </a:ext>
            </a:extLst>
          </p:cNvPr>
          <p:cNvPicPr>
            <a:picLocks noGrp="1" noChangeAspect="1"/>
          </p:cNvPicPr>
          <p:nvPr>
            <p:ph sz="half" idx="15"/>
          </p:nvPr>
        </p:nvPicPr>
        <p:blipFill>
          <a:blip r:embed="rId2"/>
          <a:srcRect t="23889" b="18333"/>
          <a:stretch>
            <a:fillRect/>
          </a:stretch>
        </p:blipFill>
        <p:spPr>
          <a:xfrm>
            <a:off x="6148388" y="2460743"/>
            <a:ext cx="5211762" cy="3011251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BAAFC7-A23F-0998-9470-A6D2DE36C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87461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EC090-9347-13B1-A849-6860A51F94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Wiring Rules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920E55-26B1-DF44-3409-2574E125CD87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sz="2000" b="1" dirty="0">
                <a:solidFill>
                  <a:srgbClr val="FF0000"/>
                </a:solidFill>
              </a:rPr>
              <a:t>Simple safety tips</a:t>
            </a:r>
          </a:p>
          <a:p>
            <a:pPr lvl="1"/>
            <a:r>
              <a:rPr lang="en-US" sz="2000" dirty="0">
                <a:solidFill>
                  <a:srgbClr val="FF0000"/>
                </a:solidFill>
              </a:rPr>
              <a:t>Double check your wiring </a:t>
            </a:r>
          </a:p>
          <a:p>
            <a:pPr lvl="1"/>
            <a:r>
              <a:rPr lang="en-US" sz="2000" dirty="0">
                <a:solidFill>
                  <a:srgbClr val="FF0000"/>
                </a:solidFill>
              </a:rPr>
              <a:t>Do not force components or wires together</a:t>
            </a:r>
          </a:p>
          <a:p>
            <a:pPr lvl="1"/>
            <a:r>
              <a:rPr lang="en-US" sz="2000" dirty="0">
                <a:solidFill>
                  <a:srgbClr val="FF0000"/>
                </a:solidFill>
              </a:rPr>
              <a:t>Do not connect to power before checking in with me</a:t>
            </a:r>
          </a:p>
          <a:p>
            <a:pPr lvl="1"/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CFD9CC-C186-0A10-3EA5-F45791531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72475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11B74F-8118-B1EB-48AA-26656FD86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77077-299B-727E-29A3-F162B56422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15929" y="1349825"/>
            <a:ext cx="6560142" cy="3063149"/>
          </a:xfrm>
          <a:noFill/>
        </p:spPr>
        <p:txBody>
          <a:bodyPr/>
          <a:lstStyle/>
          <a:p>
            <a:r>
              <a:rPr lang="en-US" dirty="0"/>
              <a:t>Simple Coding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C07A0A-50C9-AFEF-27D3-3BBFF17028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15929" y="4412973"/>
            <a:ext cx="6560142" cy="1935571"/>
          </a:xfrm>
          <a:noFill/>
        </p:spPr>
        <p:txBody>
          <a:bodyPr/>
          <a:lstStyle/>
          <a:p>
            <a:r>
              <a:rPr lang="en-US" dirty="0"/>
              <a:t>Lets keep this simple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1960DC-57A1-AAB4-EFB7-A771FA8DE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151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16C8A4-E181-BB7D-C136-4C15B317F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dirty="0"/>
              <a:t>Simple Coding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AFDE24-4DEA-AD49-0085-2A19F2E449A6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 anchor="t">
            <a:normAutofit/>
          </a:bodyPr>
          <a:lstStyle/>
          <a:p>
            <a:pPr marL="228600" lvl="1">
              <a:spcBef>
                <a:spcPts val="1000"/>
              </a:spcBef>
            </a:pPr>
            <a:r>
              <a:rPr lang="en-US" sz="2000" dirty="0"/>
              <a:t>We will use micro python for programming the Pico</a:t>
            </a:r>
          </a:p>
          <a:p>
            <a:pPr marL="228600" lvl="1">
              <a:spcBef>
                <a:spcPts val="1000"/>
              </a:spcBef>
            </a:pPr>
            <a:r>
              <a:rPr lang="en-US" sz="2000" dirty="0"/>
              <a:t>Thonny (open-source integrated development environment) </a:t>
            </a:r>
          </a:p>
          <a:p>
            <a:pPr marL="228600" lvl="1">
              <a:spcBef>
                <a:spcPts val="1000"/>
              </a:spcBef>
            </a:pPr>
            <a:r>
              <a:rPr lang="en-US" sz="2000" dirty="0"/>
              <a:t>Try to add numbers</a:t>
            </a:r>
          </a:p>
          <a:p>
            <a:pPr marL="228600" lvl="1">
              <a:spcBef>
                <a:spcPts val="1000"/>
              </a:spcBef>
            </a:pPr>
            <a:r>
              <a:rPr lang="en-US" sz="2000" dirty="0"/>
              <a:t>Print “Hello World”</a:t>
            </a:r>
          </a:p>
        </p:txBody>
      </p:sp>
      <p:pic>
        <p:nvPicPr>
          <p:cNvPr id="5" name="Content Placeholder 4" descr="Thonny - Wikipedia">
            <a:extLst>
              <a:ext uri="{FF2B5EF4-FFF2-40B4-BE49-F238E27FC236}">
                <a16:creationId xmlns:a16="http://schemas.microsoft.com/office/drawing/2014/main" id="{79628CA1-B578-2DFB-4769-A60655040AC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8408987" y="2755106"/>
            <a:ext cx="2438400" cy="2438400"/>
          </a:xfrm>
          <a:prstGeom prst="rect">
            <a:avLst/>
          </a:prstGeom>
          <a:noFill/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598EC7B-D5FC-CFE5-F2B5-988DEB798DE9}"/>
              </a:ext>
            </a:extLst>
          </p:cNvPr>
          <p:cNvSpPr txBox="1"/>
          <p:nvPr/>
        </p:nvSpPr>
        <p:spPr>
          <a:xfrm>
            <a:off x="5917824" y="734695"/>
            <a:ext cx="49823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</a:rPr>
              <a:t>Open Thonny on your computers!</a:t>
            </a: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6CFD15B-0BF5-06B4-81EA-163E31D03009}"/>
              </a:ext>
            </a:extLst>
          </p:cNvPr>
          <p:cNvSpPr/>
          <p:nvPr/>
        </p:nvSpPr>
        <p:spPr>
          <a:xfrm>
            <a:off x="8629650" y="1181100"/>
            <a:ext cx="980651" cy="1990725"/>
          </a:xfrm>
          <a:custGeom>
            <a:avLst/>
            <a:gdLst>
              <a:gd name="csX0" fmla="*/ 0 w 980651"/>
              <a:gd name="csY0" fmla="*/ 0 h 1990725"/>
              <a:gd name="csX1" fmla="*/ 933450 w 980651"/>
              <a:gd name="csY1" fmla="*/ 914400 h 1990725"/>
              <a:gd name="csX2" fmla="*/ 838200 w 980651"/>
              <a:gd name="csY2" fmla="*/ 1990725 h 19907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980651" h="1990725">
                <a:moveTo>
                  <a:pt x="0" y="0"/>
                </a:moveTo>
                <a:cubicBezTo>
                  <a:pt x="396875" y="291306"/>
                  <a:pt x="793750" y="582613"/>
                  <a:pt x="933450" y="914400"/>
                </a:cubicBezTo>
                <a:cubicBezTo>
                  <a:pt x="1073150" y="1246187"/>
                  <a:pt x="860425" y="1800225"/>
                  <a:pt x="838200" y="1990725"/>
                </a:cubicBezTo>
              </a:path>
            </a:pathLst>
          </a:custGeom>
          <a:noFill/>
          <a:ln>
            <a:solidFill>
              <a:schemeClr val="accent1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D06465-D576-9936-F06D-781DD44F6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9582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69D9B48-5601-2916-CDDA-7190195A74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Blink the onboard LED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A1EDEFF-C528-E778-2CDD-F8995999F7B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Use a simple program to blink the LED on-off at regular intervals</a:t>
            </a:r>
          </a:p>
          <a:p>
            <a:endParaRPr lang="en-US" dirty="0"/>
          </a:p>
          <a:p>
            <a:r>
              <a:rPr lang="en-US" dirty="0"/>
              <a:t>rasr-lab.github.io/education/</a:t>
            </a:r>
          </a:p>
          <a:p>
            <a:r>
              <a:rPr lang="en-US" sz="2800" b="1" dirty="0">
                <a:solidFill>
                  <a:schemeClr val="accent2"/>
                </a:solidFill>
              </a:rPr>
              <a:t>Blink_onboard_LED.py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273456A-F2AE-F209-CD1A-8673F1670442}"/>
              </a:ext>
            </a:extLst>
          </p:cNvPr>
          <p:cNvSpPr>
            <a:spLocks noGrp="1"/>
          </p:cNvSpPr>
          <p:nvPr>
            <p:ph sz="half" idx="15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 descr="Amazon.com: Raspberry Pi Pico WH : Electronics">
            <a:extLst>
              <a:ext uri="{FF2B5EF4-FFF2-40B4-BE49-F238E27FC236}">
                <a16:creationId xmlns:a16="http://schemas.microsoft.com/office/drawing/2014/main" id="{DF685064-3492-A31E-7320-CEAF105FEA6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6518" t="10190" r="34648" b="57281"/>
          <a:stretch>
            <a:fillRect/>
          </a:stretch>
        </p:blipFill>
        <p:spPr>
          <a:xfrm>
            <a:off x="5753363" y="1690688"/>
            <a:ext cx="5646956" cy="4297680"/>
          </a:xfrm>
          <a:prstGeom prst="rect">
            <a:avLst/>
          </a:prstGeom>
          <a:effectLst>
            <a:softEdge rad="63500"/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0BB9855-0E57-B7C0-05DA-FD4B0061E8A8}"/>
              </a:ext>
            </a:extLst>
          </p:cNvPr>
          <p:cNvSpPr txBox="1"/>
          <p:nvPr/>
        </p:nvSpPr>
        <p:spPr>
          <a:xfrm>
            <a:off x="7581900" y="1073576"/>
            <a:ext cx="614271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LED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6E42C2BB-6798-D711-E307-9D75742C472F}"/>
              </a:ext>
            </a:extLst>
          </p:cNvPr>
          <p:cNvSpPr/>
          <p:nvPr/>
        </p:nvSpPr>
        <p:spPr>
          <a:xfrm>
            <a:off x="7445571" y="1495426"/>
            <a:ext cx="288729" cy="1428750"/>
          </a:xfrm>
          <a:custGeom>
            <a:avLst/>
            <a:gdLst>
              <a:gd name="csX0" fmla="*/ 288729 w 288729"/>
              <a:gd name="csY0" fmla="*/ 0 h 1552575"/>
              <a:gd name="csX1" fmla="*/ 31554 w 288729"/>
              <a:gd name="csY1" fmla="*/ 438150 h 1552575"/>
              <a:gd name="csX2" fmla="*/ 31554 w 288729"/>
              <a:gd name="csY2" fmla="*/ 1552575 h 15525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288729" h="1552575">
                <a:moveTo>
                  <a:pt x="288729" y="0"/>
                </a:moveTo>
                <a:cubicBezTo>
                  <a:pt x="181572" y="89694"/>
                  <a:pt x="74416" y="179388"/>
                  <a:pt x="31554" y="438150"/>
                </a:cubicBezTo>
                <a:cubicBezTo>
                  <a:pt x="-11309" y="696913"/>
                  <a:pt x="-9721" y="1512888"/>
                  <a:pt x="31554" y="1552575"/>
                </a:cubicBezTo>
              </a:path>
            </a:pathLst>
          </a:custGeom>
          <a:noFill/>
          <a:ln w="38100">
            <a:solidFill>
              <a:schemeClr val="accent1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0AE8121-8939-E184-783C-E8E65E0A775F}"/>
              </a:ext>
            </a:extLst>
          </p:cNvPr>
          <p:cNvSpPr/>
          <p:nvPr/>
        </p:nvSpPr>
        <p:spPr>
          <a:xfrm>
            <a:off x="7115175" y="2924175"/>
            <a:ext cx="742950" cy="695325"/>
          </a:xfrm>
          <a:prstGeom prst="ellipse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F7DA903-6359-6D11-F1F6-964DDF267ED4}"/>
              </a:ext>
            </a:extLst>
          </p:cNvPr>
          <p:cNvSpPr txBox="1"/>
          <p:nvPr/>
        </p:nvSpPr>
        <p:spPr>
          <a:xfrm>
            <a:off x="838200" y="96838"/>
            <a:ext cx="212910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+mj-lt"/>
              </a:rPr>
              <a:t>Activity: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5ACBDE3-52E2-4168-C6E4-20233FEC7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17561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" presetID="35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35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animBg="1"/>
      <p:bldP spid="10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BA48F3-5DCF-ED87-C935-112B78370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B0BE536-E57F-E187-20F1-55620F4531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Blink the onboard LED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0BD451A-FC83-C6F6-8FFF-2B7719A3CE1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Use a button to turn the LED on/off</a:t>
            </a:r>
          </a:p>
          <a:p>
            <a:endParaRPr lang="en-US" dirty="0"/>
          </a:p>
          <a:p>
            <a:r>
              <a:rPr lang="en-US" dirty="0"/>
              <a:t>rasr-lab.github.io/education/</a:t>
            </a:r>
          </a:p>
          <a:p>
            <a:r>
              <a:rPr lang="en-US" sz="2800" b="1" dirty="0">
                <a:solidFill>
                  <a:schemeClr val="accent2"/>
                </a:solidFill>
              </a:rPr>
              <a:t>Blink_LED_button.py</a:t>
            </a:r>
          </a:p>
          <a:p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719B27-CFDC-3B09-7299-25D9813CB0CF}"/>
              </a:ext>
            </a:extLst>
          </p:cNvPr>
          <p:cNvSpPr>
            <a:spLocks noGrp="1"/>
          </p:cNvSpPr>
          <p:nvPr>
            <p:ph sz="half" idx="15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EE41A686-B3B2-6B95-C0B2-34DBA3187BAE}"/>
              </a:ext>
            </a:extLst>
          </p:cNvPr>
          <p:cNvGrpSpPr/>
          <p:nvPr/>
        </p:nvGrpSpPr>
        <p:grpSpPr>
          <a:xfrm>
            <a:off x="5362574" y="600075"/>
            <a:ext cx="6257925" cy="6257925"/>
            <a:chOff x="4838700" y="1209675"/>
            <a:chExt cx="5143500" cy="5143500"/>
          </a:xfrm>
        </p:grpSpPr>
        <p:pic>
          <p:nvPicPr>
            <p:cNvPr id="3" name="Picture 2" descr="What's a Breadboard? – MicroKits">
              <a:extLst>
                <a:ext uri="{FF2B5EF4-FFF2-40B4-BE49-F238E27FC236}">
                  <a16:creationId xmlns:a16="http://schemas.microsoft.com/office/drawing/2014/main" id="{3C535297-EE09-1A7E-29D6-5B0AE76A011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838700" y="1209675"/>
              <a:ext cx="5143500" cy="5143500"/>
            </a:xfrm>
            <a:prstGeom prst="rect">
              <a:avLst/>
            </a:prstGeom>
          </p:spPr>
        </p:pic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F8584571-00F1-CF2B-DDC8-EBB0F4E0F1D5}"/>
                </a:ext>
              </a:extLst>
            </p:cNvPr>
            <p:cNvGrpSpPr/>
            <p:nvPr/>
          </p:nvGrpSpPr>
          <p:grpSpPr>
            <a:xfrm>
              <a:off x="6476988" y="1479912"/>
              <a:ext cx="3227272" cy="4539550"/>
              <a:chOff x="6476988" y="1479912"/>
              <a:chExt cx="3227272" cy="4539550"/>
            </a:xfrm>
          </p:grpSpPr>
          <p:pic>
            <p:nvPicPr>
              <p:cNvPr id="12" name="Picture 11" descr="Download HD Big Image - Push Button Switch Png Transparent PNG Image -  NicePNG.com">
                <a:extLst>
                  <a:ext uri="{FF2B5EF4-FFF2-40B4-BE49-F238E27FC236}">
                    <a16:creationId xmlns:a16="http://schemas.microsoft.com/office/drawing/2014/main" id="{B92D6856-770B-5767-0FFB-C257C491BB3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l="16185" r="16185"/>
              <a:stretch>
                <a:fillRect/>
              </a:stretch>
            </p:blipFill>
            <p:spPr>
              <a:xfrm>
                <a:off x="6845300" y="5083175"/>
                <a:ext cx="387350" cy="387350"/>
              </a:xfrm>
              <a:prstGeom prst="rect">
                <a:avLst/>
              </a:prstGeom>
            </p:spPr>
          </p:pic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6AEBD868-579D-DBBC-4FE0-7FAE129B232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l="1514" t="5204" r="2379"/>
              <a:stretch>
                <a:fillRect/>
              </a:stretch>
            </p:blipFill>
            <p:spPr>
              <a:xfrm>
                <a:off x="6805612" y="1479912"/>
                <a:ext cx="1209675" cy="3009504"/>
              </a:xfrm>
              <a:prstGeom prst="rect">
                <a:avLst/>
              </a:prstGeom>
            </p:spPr>
          </p:pic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56EF7672-E12B-AA76-ACEB-9408E02B6A94}"/>
                  </a:ext>
                </a:extLst>
              </p:cNvPr>
              <p:cNvSpPr/>
              <p:nvPr/>
            </p:nvSpPr>
            <p:spPr>
              <a:xfrm>
                <a:off x="6530512" y="1708150"/>
                <a:ext cx="3173748" cy="4311312"/>
              </a:xfrm>
              <a:custGeom>
                <a:avLst/>
                <a:gdLst>
                  <a:gd name="csX0" fmla="*/ 1686388 w 3173748"/>
                  <a:gd name="csY0" fmla="*/ 0 h 4311312"/>
                  <a:gd name="csX1" fmla="*/ 3070688 w 3173748"/>
                  <a:gd name="csY1" fmla="*/ 2247900 h 4311312"/>
                  <a:gd name="csX2" fmla="*/ 2759538 w 3173748"/>
                  <a:gd name="csY2" fmla="*/ 4108450 h 4311312"/>
                  <a:gd name="csX3" fmla="*/ 276688 w 3173748"/>
                  <a:gd name="csY3" fmla="*/ 4216400 h 4311312"/>
                  <a:gd name="csX4" fmla="*/ 60788 w 3173748"/>
                  <a:gd name="csY4" fmla="*/ 3702050 h 431131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3173748" h="4311312">
                    <a:moveTo>
                      <a:pt x="1686388" y="0"/>
                    </a:moveTo>
                    <a:cubicBezTo>
                      <a:pt x="2289109" y="781579"/>
                      <a:pt x="2891830" y="1563158"/>
                      <a:pt x="3070688" y="2247900"/>
                    </a:cubicBezTo>
                    <a:cubicBezTo>
                      <a:pt x="3249546" y="2932642"/>
                      <a:pt x="3225205" y="3780367"/>
                      <a:pt x="2759538" y="4108450"/>
                    </a:cubicBezTo>
                    <a:cubicBezTo>
                      <a:pt x="2293871" y="4436533"/>
                      <a:pt x="726480" y="4284133"/>
                      <a:pt x="276688" y="4216400"/>
                    </a:cubicBezTo>
                    <a:cubicBezTo>
                      <a:pt x="-173104" y="4148667"/>
                      <a:pt x="60788" y="3779308"/>
                      <a:pt x="60788" y="3702050"/>
                    </a:cubicBezTo>
                  </a:path>
                </a:pathLst>
              </a:custGeom>
              <a:noFill/>
              <a:ln w="76200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22653920-D51D-1703-9702-81146C0DC9C5}"/>
                  </a:ext>
                </a:extLst>
              </p:cNvPr>
              <p:cNvSpPr/>
              <p:nvPr/>
            </p:nvSpPr>
            <p:spPr>
              <a:xfrm>
                <a:off x="6476988" y="4222750"/>
                <a:ext cx="114496" cy="898700"/>
              </a:xfrm>
              <a:custGeom>
                <a:avLst/>
                <a:gdLst>
                  <a:gd name="csX0" fmla="*/ 120663 w 127038"/>
                  <a:gd name="csY0" fmla="*/ 0 h 1047750"/>
                  <a:gd name="csX1" fmla="*/ 13 w 127038"/>
                  <a:gd name="csY1" fmla="*/ 692150 h 1047750"/>
                  <a:gd name="csX2" fmla="*/ 127013 w 127038"/>
                  <a:gd name="csY2" fmla="*/ 1047750 h 10477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127038" h="1047750">
                    <a:moveTo>
                      <a:pt x="120663" y="0"/>
                    </a:moveTo>
                    <a:cubicBezTo>
                      <a:pt x="59809" y="258762"/>
                      <a:pt x="-1045" y="517525"/>
                      <a:pt x="13" y="692150"/>
                    </a:cubicBezTo>
                    <a:cubicBezTo>
                      <a:pt x="1071" y="866775"/>
                      <a:pt x="129130" y="1021292"/>
                      <a:pt x="127013" y="1047750"/>
                    </a:cubicBezTo>
                  </a:path>
                </a:pathLst>
              </a:custGeom>
              <a:noFill/>
              <a:ln w="76200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3B489514-79A9-F3C8-1836-CD39A2BBD7B1}"/>
              </a:ext>
            </a:extLst>
          </p:cNvPr>
          <p:cNvSpPr txBox="1"/>
          <p:nvPr/>
        </p:nvSpPr>
        <p:spPr>
          <a:xfrm>
            <a:off x="838200" y="96838"/>
            <a:ext cx="212910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+mj-lt"/>
              </a:rPr>
              <a:t>Activity: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0AE0271-9F0A-0EC9-28AC-70A4A70A3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82805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54DBE0-32DA-BC98-D264-E23BD205E5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E531C-09C2-62EC-8D99-78A8E61F8B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15929" y="1349825"/>
            <a:ext cx="6560142" cy="3063149"/>
          </a:xfrm>
          <a:noFill/>
        </p:spPr>
        <p:txBody>
          <a:bodyPr/>
          <a:lstStyle/>
          <a:p>
            <a:r>
              <a:rPr lang="en-US" dirty="0"/>
              <a:t>Servo Motors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EF0E50-E583-107F-9BA4-2934D348D9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15929" y="4412973"/>
            <a:ext cx="6560142" cy="1935571"/>
          </a:xfrm>
          <a:noFill/>
        </p:spPr>
        <p:txBody>
          <a:bodyPr/>
          <a:lstStyle/>
          <a:p>
            <a:r>
              <a:rPr lang="en-US" dirty="0"/>
              <a:t>Not just a motor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B24292-D59A-A952-C458-7D2E2C599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01406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3CE4ED-14E9-AED5-F2A0-31D0A4109A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Servo Motors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D9EB29-972E-F6CB-A25A-BE6E419B4D8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lvl="1"/>
            <a:r>
              <a:rPr lang="en-US" dirty="0"/>
              <a:t>A motor that moves to a specific angle</a:t>
            </a:r>
          </a:p>
          <a:p>
            <a:pPr lvl="1"/>
            <a:r>
              <a:rPr lang="en-US" dirty="0"/>
              <a:t>Internals are complex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D5C045-B065-72EE-E902-0CAE838475D2}"/>
              </a:ext>
            </a:extLst>
          </p:cNvPr>
          <p:cNvSpPr>
            <a:spLocks noGrp="1"/>
          </p:cNvSpPr>
          <p:nvPr>
            <p:ph sz="half" idx="15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 descr="Towerpro MG90D Mini Digital Servo 2.4kg / 0.08sec / 13g">
            <a:extLst>
              <a:ext uri="{FF2B5EF4-FFF2-40B4-BE49-F238E27FC236}">
                <a16:creationId xmlns:a16="http://schemas.microsoft.com/office/drawing/2014/main" id="{0C9E0BE4-AD21-B591-EF22-4E1A612ADA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3893" y="2886075"/>
            <a:ext cx="4730819" cy="3466476"/>
          </a:xfrm>
          <a:prstGeom prst="rect">
            <a:avLst/>
          </a:prstGeom>
        </p:spPr>
      </p:pic>
      <p:pic>
        <p:nvPicPr>
          <p:cNvPr id="6" name="Picture 5" descr="Servo Control | Data-Driven Engineering">
            <a:extLst>
              <a:ext uri="{FF2B5EF4-FFF2-40B4-BE49-F238E27FC236}">
                <a16:creationId xmlns:a16="http://schemas.microsoft.com/office/drawing/2014/main" id="{0CEF1A2C-72D9-3EF8-FF68-10644056B9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4105" y="665956"/>
            <a:ext cx="5057775" cy="2667000"/>
          </a:xfrm>
          <a:prstGeom prst="rect">
            <a:avLst/>
          </a:prstGeom>
        </p:spPr>
      </p:pic>
      <p:pic>
        <p:nvPicPr>
          <p:cNvPr id="8" name="Picture 7" descr="Servo Motor - Types, Construction, Working, and Applications">
            <a:extLst>
              <a:ext uri="{FF2B5EF4-FFF2-40B4-BE49-F238E27FC236}">
                <a16:creationId xmlns:a16="http://schemas.microsoft.com/office/drawing/2014/main" id="{0808E7BB-4EC4-1AC2-47D2-C5BF1C55DE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024" y="2817679"/>
            <a:ext cx="4990608" cy="3493426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9D5611-059A-430E-55C6-0E0A68F45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22937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198AD4-C854-E59E-6500-41DD3AB47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Servo Motors: Connections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2D0044-9033-E57D-AE49-CE5DA85D55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257800" cy="4297680"/>
          </a:xfrm>
        </p:spPr>
        <p:txBody>
          <a:bodyPr/>
          <a:lstStyle/>
          <a:p>
            <a:r>
              <a:rPr lang="en-US" u="sng" dirty="0"/>
              <a:t>3 wires to connect</a:t>
            </a:r>
            <a:r>
              <a:rPr lang="en-US" dirty="0"/>
              <a:t>:</a:t>
            </a:r>
          </a:p>
          <a:p>
            <a:r>
              <a:rPr lang="en-US" b="1" dirty="0">
                <a:solidFill>
                  <a:srgbClr val="FF0000"/>
                </a:solidFill>
              </a:rPr>
              <a:t>Red</a:t>
            </a:r>
            <a:r>
              <a:rPr lang="en-US" dirty="0"/>
              <a:t>: + 5 V or VBUS</a:t>
            </a:r>
          </a:p>
          <a:p>
            <a:r>
              <a:rPr lang="en-US" b="1" dirty="0"/>
              <a:t>Black</a:t>
            </a:r>
            <a:r>
              <a:rPr lang="en-US" dirty="0"/>
              <a:t>: 0 V or GND</a:t>
            </a:r>
          </a:p>
          <a:p>
            <a:r>
              <a:rPr lang="en-US" b="1" dirty="0">
                <a:solidFill>
                  <a:schemeClr val="accent6"/>
                </a:solidFill>
                <a:highlight>
                  <a:srgbClr val="808080"/>
                </a:highlight>
              </a:rPr>
              <a:t>Orange</a:t>
            </a:r>
            <a:r>
              <a:rPr lang="en-US" b="1" dirty="0">
                <a:solidFill>
                  <a:srgbClr val="FFC000"/>
                </a:solidFill>
                <a:highlight>
                  <a:srgbClr val="808080"/>
                </a:highlight>
              </a:rPr>
              <a:t> </a:t>
            </a:r>
            <a:r>
              <a:rPr lang="en-US" b="1" dirty="0"/>
              <a:t>Or </a:t>
            </a:r>
            <a:r>
              <a:rPr lang="en-US" b="1" dirty="0">
                <a:solidFill>
                  <a:srgbClr val="FFC000"/>
                </a:solidFill>
                <a:highlight>
                  <a:srgbClr val="808000"/>
                </a:highlight>
              </a:rPr>
              <a:t>Yellow </a:t>
            </a:r>
            <a:r>
              <a:rPr lang="en-US" dirty="0"/>
              <a:t>Or</a:t>
            </a:r>
            <a:r>
              <a:rPr lang="en-US" b="1" dirty="0">
                <a:solidFill>
                  <a:srgbClr val="FFC000"/>
                </a:solidFill>
              </a:rPr>
              <a:t> </a:t>
            </a:r>
            <a:r>
              <a:rPr lang="en-US" b="1" dirty="0">
                <a:solidFill>
                  <a:schemeClr val="bg1"/>
                </a:solidFill>
                <a:highlight>
                  <a:srgbClr val="808080"/>
                </a:highlight>
              </a:rPr>
              <a:t>White</a:t>
            </a:r>
            <a:r>
              <a:rPr lang="en-US" dirty="0"/>
              <a:t>: Control Signal</a:t>
            </a:r>
          </a:p>
        </p:txBody>
      </p:sp>
      <p:pic>
        <p:nvPicPr>
          <p:cNvPr id="5" name="Content Placeholder 4" descr="Arduino Servo Motor Control Using Potentiometer | Push Button">
            <a:extLst>
              <a:ext uri="{FF2B5EF4-FFF2-40B4-BE49-F238E27FC236}">
                <a16:creationId xmlns:a16="http://schemas.microsoft.com/office/drawing/2014/main" id="{3EE767C0-D291-AC36-9B83-B7111E0831BB}"/>
              </a:ext>
            </a:extLst>
          </p:cNvPr>
          <p:cNvPicPr>
            <a:picLocks noGrp="1" noChangeAspect="1"/>
          </p:cNvPicPr>
          <p:nvPr>
            <p:ph sz="half" idx="15"/>
          </p:nvPr>
        </p:nvPicPr>
        <p:blipFill>
          <a:blip r:embed="rId2"/>
          <a:srcRect l="7036"/>
          <a:stretch>
            <a:fillRect/>
          </a:stretch>
        </p:blipFill>
        <p:spPr>
          <a:xfrm>
            <a:off x="5943600" y="1443956"/>
            <a:ext cx="5416550" cy="456334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CD5ADFE-2E58-420B-C632-6B5ED56EFF77}"/>
              </a:ext>
            </a:extLst>
          </p:cNvPr>
          <p:cNvSpPr/>
          <p:nvPr/>
        </p:nvSpPr>
        <p:spPr>
          <a:xfrm>
            <a:off x="6096000" y="3276600"/>
            <a:ext cx="2466975" cy="26003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7BDC936-7ABA-A620-BF91-531379ADEA44}"/>
              </a:ext>
            </a:extLst>
          </p:cNvPr>
          <p:cNvSpPr txBox="1"/>
          <p:nvPr/>
        </p:nvSpPr>
        <p:spPr>
          <a:xfrm>
            <a:off x="2190779" y="4762500"/>
            <a:ext cx="19112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2"/>
                </a:solidFill>
              </a:rPr>
              <a:t>What is this?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01043AD5-12A3-8C0D-BF75-B7674DF2B80E}"/>
              </a:ext>
            </a:extLst>
          </p:cNvPr>
          <p:cNvSpPr/>
          <p:nvPr/>
        </p:nvSpPr>
        <p:spPr>
          <a:xfrm>
            <a:off x="3943350" y="3667125"/>
            <a:ext cx="819150" cy="1076325"/>
          </a:xfrm>
          <a:custGeom>
            <a:avLst/>
            <a:gdLst>
              <a:gd name="csX0" fmla="*/ 0 w 819150"/>
              <a:gd name="csY0" fmla="*/ 1076325 h 1076325"/>
              <a:gd name="csX1" fmla="*/ 657225 w 819150"/>
              <a:gd name="csY1" fmla="*/ 533400 h 1076325"/>
              <a:gd name="csX2" fmla="*/ 819150 w 819150"/>
              <a:gd name="csY2" fmla="*/ 0 h 10763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819150" h="1076325">
                <a:moveTo>
                  <a:pt x="0" y="1076325"/>
                </a:moveTo>
                <a:cubicBezTo>
                  <a:pt x="260350" y="894556"/>
                  <a:pt x="520700" y="712787"/>
                  <a:pt x="657225" y="533400"/>
                </a:cubicBezTo>
                <a:cubicBezTo>
                  <a:pt x="793750" y="354012"/>
                  <a:pt x="806450" y="177006"/>
                  <a:pt x="819150" y="0"/>
                </a:cubicBezTo>
              </a:path>
            </a:pathLst>
          </a:custGeom>
          <a:noFill/>
          <a:ln>
            <a:solidFill>
              <a:schemeClr val="accent2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3B673D-94B3-8138-5ACE-6DAEB3010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9116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EBBE9D-045A-DC76-4DDC-B10EBCE95B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Servo Motors: Control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BBC1DD-E66A-A8A5-9C5B-B187840235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4915163" cy="4297680"/>
          </a:xfrm>
        </p:spPr>
        <p:txBody>
          <a:bodyPr>
            <a:normAutofit/>
          </a:bodyPr>
          <a:lstStyle/>
          <a:p>
            <a:r>
              <a:rPr lang="en-US" dirty="0"/>
              <a:t>Pulse Width Modulation (PWM)</a:t>
            </a:r>
          </a:p>
          <a:p>
            <a:pPr lvl="1"/>
            <a:r>
              <a:rPr lang="en-US" dirty="0"/>
              <a:t>Instead of changing voltage, we change how long the voltage is high</a:t>
            </a:r>
          </a:p>
          <a:p>
            <a:pPr lvl="1"/>
            <a:r>
              <a:rPr lang="en-US" dirty="0"/>
              <a:t>This duration is called </a:t>
            </a:r>
            <a:r>
              <a:rPr lang="en-US" b="1" dirty="0">
                <a:solidFill>
                  <a:schemeClr val="accent1"/>
                </a:solidFill>
              </a:rPr>
              <a:t>duty cycle</a:t>
            </a:r>
          </a:p>
        </p:txBody>
      </p:sp>
      <p:pic>
        <p:nvPicPr>
          <p:cNvPr id="5" name="Content Placeholder 4" descr="Pulse Width Modulation - SparkFun Learn">
            <a:extLst>
              <a:ext uri="{FF2B5EF4-FFF2-40B4-BE49-F238E27FC236}">
                <a16:creationId xmlns:a16="http://schemas.microsoft.com/office/drawing/2014/main" id="{DC3F860E-7C75-D423-DF9C-B936DAA7309E}"/>
              </a:ext>
            </a:extLst>
          </p:cNvPr>
          <p:cNvPicPr>
            <a:picLocks noGrp="1" noChangeAspect="1"/>
          </p:cNvPicPr>
          <p:nvPr>
            <p:ph sz="half" idx="15"/>
          </p:nvPr>
        </p:nvPicPr>
        <p:blipFill>
          <a:blip r:embed="rId2"/>
          <a:stretch>
            <a:fillRect/>
          </a:stretch>
        </p:blipFill>
        <p:spPr>
          <a:xfrm>
            <a:off x="5832872" y="1825625"/>
            <a:ext cx="5212080" cy="3570274"/>
          </a:xfrm>
          <a:prstGeom prst="rect">
            <a:avLst/>
          </a:prstGeom>
          <a:noFill/>
        </p:spPr>
      </p:pic>
      <p:pic>
        <p:nvPicPr>
          <p:cNvPr id="6" name="Content Placeholder 4" descr="Pulse Width Modulation - SparkFun Learn">
            <a:extLst>
              <a:ext uri="{FF2B5EF4-FFF2-40B4-BE49-F238E27FC236}">
                <a16:creationId xmlns:a16="http://schemas.microsoft.com/office/drawing/2014/main" id="{A7FFA1D0-B854-193B-925A-C59A4A9DEBD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569" t="10422" r="66009" b="69569"/>
          <a:stretch>
            <a:fillRect/>
          </a:stretch>
        </p:blipFill>
        <p:spPr>
          <a:xfrm>
            <a:off x="2143124" y="4461056"/>
            <a:ext cx="2845536" cy="1325562"/>
          </a:xfrm>
          <a:prstGeom prst="rect">
            <a:avLst/>
          </a:prstGeom>
          <a:noFill/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0F14833-9532-63F1-B05D-AFE9A8724911}"/>
              </a:ext>
            </a:extLst>
          </p:cNvPr>
          <p:cNvSpPr txBox="1"/>
          <p:nvPr/>
        </p:nvSpPr>
        <p:spPr>
          <a:xfrm>
            <a:off x="1247774" y="3722392"/>
            <a:ext cx="15455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Voltage High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1BFA2D5-2CCA-3D33-E983-02F0F50509FF}"/>
              </a:ext>
            </a:extLst>
          </p:cNvPr>
          <p:cNvSpPr txBox="1"/>
          <p:nvPr/>
        </p:nvSpPr>
        <p:spPr>
          <a:xfrm>
            <a:off x="597573" y="4569839"/>
            <a:ext cx="1466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Voltage Low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BA660029-1E97-3556-2508-ABAA29C75FC3}"/>
              </a:ext>
            </a:extLst>
          </p:cNvPr>
          <p:cNvSpPr/>
          <p:nvPr/>
        </p:nvSpPr>
        <p:spPr>
          <a:xfrm>
            <a:off x="2747051" y="3979011"/>
            <a:ext cx="428625" cy="495300"/>
          </a:xfrm>
          <a:custGeom>
            <a:avLst/>
            <a:gdLst>
              <a:gd name="csX0" fmla="*/ 0 w 428625"/>
              <a:gd name="csY0" fmla="*/ 0 h 495300"/>
              <a:gd name="csX1" fmla="*/ 295275 w 428625"/>
              <a:gd name="csY1" fmla="*/ 190500 h 495300"/>
              <a:gd name="csX2" fmla="*/ 428625 w 428625"/>
              <a:gd name="csY2" fmla="*/ 495300 h 4953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428625" h="495300">
                <a:moveTo>
                  <a:pt x="0" y="0"/>
                </a:moveTo>
                <a:cubicBezTo>
                  <a:pt x="111919" y="53975"/>
                  <a:pt x="223838" y="107950"/>
                  <a:pt x="295275" y="190500"/>
                </a:cubicBezTo>
                <a:cubicBezTo>
                  <a:pt x="366713" y="273050"/>
                  <a:pt x="428625" y="495300"/>
                  <a:pt x="428625" y="495300"/>
                </a:cubicBezTo>
              </a:path>
            </a:pathLst>
          </a:custGeom>
          <a:noFill/>
          <a:ln>
            <a:solidFill>
              <a:schemeClr val="accent2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A01507A-70B7-D4CB-BB59-3D10A84D9C03}"/>
              </a:ext>
            </a:extLst>
          </p:cNvPr>
          <p:cNvSpPr/>
          <p:nvPr/>
        </p:nvSpPr>
        <p:spPr>
          <a:xfrm>
            <a:off x="1704975" y="4924425"/>
            <a:ext cx="400050" cy="542925"/>
          </a:xfrm>
          <a:custGeom>
            <a:avLst/>
            <a:gdLst>
              <a:gd name="csX0" fmla="*/ 0 w 400050"/>
              <a:gd name="csY0" fmla="*/ 0 h 542925"/>
              <a:gd name="csX1" fmla="*/ 104775 w 400050"/>
              <a:gd name="csY1" fmla="*/ 381000 h 542925"/>
              <a:gd name="csX2" fmla="*/ 400050 w 400050"/>
              <a:gd name="csY2" fmla="*/ 542925 h 5429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400050" h="542925">
                <a:moveTo>
                  <a:pt x="0" y="0"/>
                </a:moveTo>
                <a:cubicBezTo>
                  <a:pt x="19050" y="145256"/>
                  <a:pt x="38100" y="290513"/>
                  <a:pt x="104775" y="381000"/>
                </a:cubicBezTo>
                <a:cubicBezTo>
                  <a:pt x="171450" y="471488"/>
                  <a:pt x="285750" y="507206"/>
                  <a:pt x="400050" y="542925"/>
                </a:cubicBezTo>
              </a:path>
            </a:pathLst>
          </a:custGeom>
          <a:noFill/>
          <a:ln>
            <a:solidFill>
              <a:schemeClr val="accent2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130C14-5275-AD14-34B3-453806087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997193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6F67B3-020D-7EA0-EACE-E7B15A192B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motor control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88D27A-60A0-8A7A-43CB-9EF0701EA0E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Make the motor rotate from max angle to min angle</a:t>
            </a:r>
          </a:p>
          <a:p>
            <a:r>
              <a:rPr lang="en-US" dirty="0"/>
              <a:t>rasr-lab.github.io/education/</a:t>
            </a:r>
          </a:p>
          <a:p>
            <a:r>
              <a:rPr lang="en-US" sz="2800" b="1" dirty="0">
                <a:solidFill>
                  <a:schemeClr val="accent2"/>
                </a:solidFill>
              </a:rPr>
              <a:t>Simple_servo_control.py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A35AA6-7811-A6AB-BD1A-B91A594A4E20}"/>
              </a:ext>
            </a:extLst>
          </p:cNvPr>
          <p:cNvSpPr>
            <a:spLocks noGrp="1"/>
          </p:cNvSpPr>
          <p:nvPr>
            <p:ph sz="half" idx="15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5DBE8E2-E359-4F6D-51A9-41B42C47F74A}"/>
              </a:ext>
            </a:extLst>
          </p:cNvPr>
          <p:cNvGrpSpPr/>
          <p:nvPr/>
        </p:nvGrpSpPr>
        <p:grpSpPr>
          <a:xfrm>
            <a:off x="5362574" y="600075"/>
            <a:ext cx="6257925" cy="6257925"/>
            <a:chOff x="4838700" y="1209675"/>
            <a:chExt cx="5143500" cy="5143500"/>
          </a:xfrm>
        </p:grpSpPr>
        <p:pic>
          <p:nvPicPr>
            <p:cNvPr id="6" name="Picture 5" descr="What's a Breadboard? – MicroKits">
              <a:extLst>
                <a:ext uri="{FF2B5EF4-FFF2-40B4-BE49-F238E27FC236}">
                  <a16:creationId xmlns:a16="http://schemas.microsoft.com/office/drawing/2014/main" id="{0690866E-7D51-0790-B2FD-6FE85BAEBCC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838700" y="1209675"/>
              <a:ext cx="5143500" cy="5143500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442AABE2-4DCD-C8D4-2B29-8F1B4A0F7FD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1514" t="5204" r="2379"/>
            <a:stretch>
              <a:fillRect/>
            </a:stretch>
          </p:blipFill>
          <p:spPr>
            <a:xfrm>
              <a:off x="6805612" y="1479912"/>
              <a:ext cx="1209675" cy="3009504"/>
            </a:xfrm>
            <a:prstGeom prst="rect">
              <a:avLst/>
            </a:prstGeom>
          </p:spPr>
        </p:pic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DC07D0FF-302E-1AD7-EB11-E2423B34FE9C}"/>
              </a:ext>
            </a:extLst>
          </p:cNvPr>
          <p:cNvSpPr txBox="1"/>
          <p:nvPr/>
        </p:nvSpPr>
        <p:spPr>
          <a:xfrm>
            <a:off x="838200" y="96838"/>
            <a:ext cx="212910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+mj-lt"/>
              </a:rPr>
              <a:t>Activity:</a:t>
            </a:r>
          </a:p>
        </p:txBody>
      </p:sp>
      <p:pic>
        <p:nvPicPr>
          <p:cNvPr id="14" name="Picture 13" descr="Arduino - Sound Sensor - Servo Motor | Arduino Tutorial">
            <a:extLst>
              <a:ext uri="{FF2B5EF4-FFF2-40B4-BE49-F238E27FC236}">
                <a16:creationId xmlns:a16="http://schemas.microsoft.com/office/drawing/2014/main" id="{903E57F8-A4CF-2ECC-5E29-4B26F4FC9FC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0937" t="30098" b="25796"/>
          <a:stretch>
            <a:fillRect/>
          </a:stretch>
        </p:blipFill>
        <p:spPr>
          <a:xfrm>
            <a:off x="3764900" y="4309481"/>
            <a:ext cx="2657475" cy="2142501"/>
          </a:xfrm>
          <a:prstGeom prst="rect">
            <a:avLst/>
          </a:prstGeom>
        </p:spPr>
      </p:pic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231C9B61-EA1B-DD7B-FE56-FA32E0F23B0C}"/>
              </a:ext>
            </a:extLst>
          </p:cNvPr>
          <p:cNvSpPr/>
          <p:nvPr/>
        </p:nvSpPr>
        <p:spPr>
          <a:xfrm>
            <a:off x="3335961" y="360112"/>
            <a:ext cx="6179588" cy="5701082"/>
          </a:xfrm>
          <a:custGeom>
            <a:avLst/>
            <a:gdLst>
              <a:gd name="csX0" fmla="*/ 397839 w 6179588"/>
              <a:gd name="csY0" fmla="*/ 5697788 h 5701082"/>
              <a:gd name="csX1" fmla="*/ 73989 w 6179588"/>
              <a:gd name="csY1" fmla="*/ 5478713 h 5701082"/>
              <a:gd name="csX2" fmla="*/ 254964 w 6179588"/>
              <a:gd name="csY2" fmla="*/ 4278563 h 5701082"/>
              <a:gd name="csX3" fmla="*/ 2560014 w 6179588"/>
              <a:gd name="csY3" fmla="*/ 2621213 h 5701082"/>
              <a:gd name="csX4" fmla="*/ 3017214 w 6179588"/>
              <a:gd name="csY4" fmla="*/ 287588 h 5701082"/>
              <a:gd name="csX5" fmla="*/ 5465139 w 6179588"/>
              <a:gd name="csY5" fmla="*/ 78038 h 5701082"/>
              <a:gd name="csX6" fmla="*/ 6141414 w 6179588"/>
              <a:gd name="csY6" fmla="*/ 659063 h 5701082"/>
              <a:gd name="csX7" fmla="*/ 6141414 w 6179588"/>
              <a:gd name="csY7" fmla="*/ 668588 h 570108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6179588" h="5701082">
                <a:moveTo>
                  <a:pt x="397839" y="5697788"/>
                </a:moveTo>
                <a:cubicBezTo>
                  <a:pt x="247820" y="5706519"/>
                  <a:pt x="97801" y="5715250"/>
                  <a:pt x="73989" y="5478713"/>
                </a:cubicBezTo>
                <a:cubicBezTo>
                  <a:pt x="50177" y="5242176"/>
                  <a:pt x="-159373" y="4754813"/>
                  <a:pt x="254964" y="4278563"/>
                </a:cubicBezTo>
                <a:cubicBezTo>
                  <a:pt x="669301" y="3802313"/>
                  <a:pt x="2099639" y="3286375"/>
                  <a:pt x="2560014" y="2621213"/>
                </a:cubicBezTo>
                <a:cubicBezTo>
                  <a:pt x="3020389" y="1956051"/>
                  <a:pt x="2533027" y="711450"/>
                  <a:pt x="3017214" y="287588"/>
                </a:cubicBezTo>
                <a:cubicBezTo>
                  <a:pt x="3501401" y="-136274"/>
                  <a:pt x="4944439" y="16126"/>
                  <a:pt x="5465139" y="78038"/>
                </a:cubicBezTo>
                <a:cubicBezTo>
                  <a:pt x="5985839" y="139950"/>
                  <a:pt x="6141414" y="659063"/>
                  <a:pt x="6141414" y="659063"/>
                </a:cubicBezTo>
                <a:cubicBezTo>
                  <a:pt x="6254126" y="757488"/>
                  <a:pt x="6074739" y="655888"/>
                  <a:pt x="6141414" y="668588"/>
                </a:cubicBezTo>
              </a:path>
            </a:pathLst>
          </a:cu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AA965518-9408-ED37-752F-EB8F94815980}"/>
              </a:ext>
            </a:extLst>
          </p:cNvPr>
          <p:cNvSpPr/>
          <p:nvPr/>
        </p:nvSpPr>
        <p:spPr>
          <a:xfrm>
            <a:off x="3084866" y="1390650"/>
            <a:ext cx="4420834" cy="5171674"/>
          </a:xfrm>
          <a:custGeom>
            <a:avLst/>
            <a:gdLst>
              <a:gd name="csX0" fmla="*/ 4420834 w 4420834"/>
              <a:gd name="csY0" fmla="*/ 0 h 5171674"/>
              <a:gd name="csX1" fmla="*/ 3382609 w 4420834"/>
              <a:gd name="csY1" fmla="*/ 952500 h 5171674"/>
              <a:gd name="csX2" fmla="*/ 3363559 w 4420834"/>
              <a:gd name="csY2" fmla="*/ 3057525 h 5171674"/>
              <a:gd name="csX3" fmla="*/ 3382609 w 4420834"/>
              <a:gd name="csY3" fmla="*/ 4905375 h 5171674"/>
              <a:gd name="csX4" fmla="*/ 239359 w 4420834"/>
              <a:gd name="csY4" fmla="*/ 5153025 h 5171674"/>
              <a:gd name="csX5" fmla="*/ 267934 w 4420834"/>
              <a:gd name="csY5" fmla="*/ 4838700 h 5171674"/>
              <a:gd name="csX6" fmla="*/ 667984 w 4420834"/>
              <a:gd name="csY6" fmla="*/ 4829175 h 517167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4420834" h="5171674">
                <a:moveTo>
                  <a:pt x="4420834" y="0"/>
                </a:moveTo>
                <a:cubicBezTo>
                  <a:pt x="3989827" y="221456"/>
                  <a:pt x="3558821" y="442913"/>
                  <a:pt x="3382609" y="952500"/>
                </a:cubicBezTo>
                <a:cubicBezTo>
                  <a:pt x="3206397" y="1462087"/>
                  <a:pt x="3363559" y="2398713"/>
                  <a:pt x="3363559" y="3057525"/>
                </a:cubicBezTo>
                <a:cubicBezTo>
                  <a:pt x="3363559" y="3716337"/>
                  <a:pt x="3903309" y="4556125"/>
                  <a:pt x="3382609" y="4905375"/>
                </a:cubicBezTo>
                <a:cubicBezTo>
                  <a:pt x="2861909" y="5254625"/>
                  <a:pt x="758471" y="5164137"/>
                  <a:pt x="239359" y="5153025"/>
                </a:cubicBezTo>
                <a:cubicBezTo>
                  <a:pt x="-279753" y="5141913"/>
                  <a:pt x="196497" y="4892675"/>
                  <a:pt x="267934" y="4838700"/>
                </a:cubicBezTo>
                <a:cubicBezTo>
                  <a:pt x="339371" y="4784725"/>
                  <a:pt x="585434" y="4813300"/>
                  <a:pt x="667984" y="4829175"/>
                </a:cubicBezTo>
              </a:path>
            </a:pathLst>
          </a:cu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5A74960E-F2F4-5ADB-F7A8-FE11655E4821}"/>
              </a:ext>
            </a:extLst>
          </p:cNvPr>
          <p:cNvSpPr/>
          <p:nvPr/>
        </p:nvSpPr>
        <p:spPr>
          <a:xfrm>
            <a:off x="3512471" y="4367155"/>
            <a:ext cx="6049042" cy="1566920"/>
          </a:xfrm>
          <a:custGeom>
            <a:avLst/>
            <a:gdLst>
              <a:gd name="csX0" fmla="*/ 5974429 w 6049042"/>
              <a:gd name="csY0" fmla="*/ 71495 h 1566920"/>
              <a:gd name="csX1" fmla="*/ 5612479 w 6049042"/>
              <a:gd name="csY1" fmla="*/ 719195 h 1566920"/>
              <a:gd name="csX2" fmla="*/ 2640679 w 6049042"/>
              <a:gd name="csY2" fmla="*/ 61970 h 1566920"/>
              <a:gd name="csX3" fmla="*/ 354679 w 6049042"/>
              <a:gd name="csY3" fmla="*/ 166745 h 1566920"/>
              <a:gd name="csX4" fmla="*/ 2254 w 6049042"/>
              <a:gd name="csY4" fmla="*/ 1290695 h 1566920"/>
              <a:gd name="csX5" fmla="*/ 230854 w 6049042"/>
              <a:gd name="csY5" fmla="*/ 1566920 h 156692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6049042" h="1566920">
                <a:moveTo>
                  <a:pt x="5974429" y="71495"/>
                </a:moveTo>
                <a:cubicBezTo>
                  <a:pt x="6071266" y="396138"/>
                  <a:pt x="6168104" y="720782"/>
                  <a:pt x="5612479" y="719195"/>
                </a:cubicBezTo>
                <a:cubicBezTo>
                  <a:pt x="5056854" y="717608"/>
                  <a:pt x="3516979" y="154045"/>
                  <a:pt x="2640679" y="61970"/>
                </a:cubicBezTo>
                <a:cubicBezTo>
                  <a:pt x="1764379" y="-30105"/>
                  <a:pt x="794416" y="-38042"/>
                  <a:pt x="354679" y="166745"/>
                </a:cubicBezTo>
                <a:cubicBezTo>
                  <a:pt x="-85058" y="371532"/>
                  <a:pt x="22891" y="1057333"/>
                  <a:pt x="2254" y="1290695"/>
                </a:cubicBezTo>
                <a:cubicBezTo>
                  <a:pt x="-18383" y="1524057"/>
                  <a:pt x="106235" y="1545488"/>
                  <a:pt x="230854" y="1566920"/>
                </a:cubicBezTo>
              </a:path>
            </a:pathLst>
          </a:custGeom>
          <a:noFill/>
          <a:ln w="762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B06385-EF8B-46AE-9674-FA4D9988A1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950720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AC7975-12C3-2A08-CEB5-DE3FCC14D7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5DA7E-1633-AD47-62C8-5259ECE44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motor control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61D33A-457E-4D0B-69AA-39C6D028E7D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Make the motor rotate from max angle to min angle only on button press</a:t>
            </a:r>
          </a:p>
          <a:p>
            <a:r>
              <a:rPr lang="en-US" dirty="0"/>
              <a:t>rasr-lab.github.io/education/</a:t>
            </a:r>
          </a:p>
          <a:p>
            <a:r>
              <a:rPr lang="en-US" sz="2800" b="1" dirty="0">
                <a:solidFill>
                  <a:schemeClr val="accent2"/>
                </a:solidFill>
              </a:rPr>
              <a:t>Button_servo_control.py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A57B7E-7F0A-9028-58DF-7CE174716B43}"/>
              </a:ext>
            </a:extLst>
          </p:cNvPr>
          <p:cNvSpPr>
            <a:spLocks noGrp="1"/>
          </p:cNvSpPr>
          <p:nvPr>
            <p:ph sz="half" idx="15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5A14951-367F-79E0-9DEF-35576E21E54D}"/>
              </a:ext>
            </a:extLst>
          </p:cNvPr>
          <p:cNvGrpSpPr/>
          <p:nvPr/>
        </p:nvGrpSpPr>
        <p:grpSpPr>
          <a:xfrm>
            <a:off x="5362574" y="600075"/>
            <a:ext cx="6257925" cy="6257925"/>
            <a:chOff x="4838700" y="1209675"/>
            <a:chExt cx="5143500" cy="5143500"/>
          </a:xfrm>
        </p:grpSpPr>
        <p:pic>
          <p:nvPicPr>
            <p:cNvPr id="6" name="Picture 5" descr="What's a Breadboard? – MicroKits">
              <a:extLst>
                <a:ext uri="{FF2B5EF4-FFF2-40B4-BE49-F238E27FC236}">
                  <a16:creationId xmlns:a16="http://schemas.microsoft.com/office/drawing/2014/main" id="{3AFC2FAD-C20F-3FFE-0E3F-916668661F4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838700" y="1209675"/>
              <a:ext cx="5143500" cy="5143500"/>
            </a:xfrm>
            <a:prstGeom prst="rect">
              <a:avLst/>
            </a:prstGeom>
          </p:spPr>
        </p:pic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74DDB34A-F0C6-FE16-C7AE-32876BC8C1E3}"/>
                </a:ext>
              </a:extLst>
            </p:cNvPr>
            <p:cNvGrpSpPr/>
            <p:nvPr/>
          </p:nvGrpSpPr>
          <p:grpSpPr>
            <a:xfrm>
              <a:off x="6476988" y="1479912"/>
              <a:ext cx="3227272" cy="4539550"/>
              <a:chOff x="6476988" y="1479912"/>
              <a:chExt cx="3227272" cy="4539550"/>
            </a:xfrm>
          </p:grpSpPr>
          <p:pic>
            <p:nvPicPr>
              <p:cNvPr id="8" name="Picture 7" descr="Download HD Big Image - Push Button Switch Png Transparent PNG Image -  NicePNG.com">
                <a:extLst>
                  <a:ext uri="{FF2B5EF4-FFF2-40B4-BE49-F238E27FC236}">
                    <a16:creationId xmlns:a16="http://schemas.microsoft.com/office/drawing/2014/main" id="{12D26739-3459-195B-39BC-8F3ADC4527E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l="16185" r="16185"/>
              <a:stretch>
                <a:fillRect/>
              </a:stretch>
            </p:blipFill>
            <p:spPr>
              <a:xfrm>
                <a:off x="6845300" y="5083175"/>
                <a:ext cx="387350" cy="387350"/>
              </a:xfrm>
              <a:prstGeom prst="rect">
                <a:avLst/>
              </a:prstGeom>
            </p:spPr>
          </p:pic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BDAF7241-6C16-4E8F-8D5D-2F4C176659B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l="1514" t="5204" r="2379"/>
              <a:stretch>
                <a:fillRect/>
              </a:stretch>
            </p:blipFill>
            <p:spPr>
              <a:xfrm>
                <a:off x="6805612" y="1479912"/>
                <a:ext cx="1209675" cy="3009504"/>
              </a:xfrm>
              <a:prstGeom prst="rect">
                <a:avLst/>
              </a:prstGeom>
            </p:spPr>
          </p:pic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1958122A-E765-FF82-C2B4-48A4F1D5C28D}"/>
                  </a:ext>
                </a:extLst>
              </p:cNvPr>
              <p:cNvSpPr/>
              <p:nvPr/>
            </p:nvSpPr>
            <p:spPr>
              <a:xfrm>
                <a:off x="6530512" y="1708150"/>
                <a:ext cx="3173748" cy="4311312"/>
              </a:xfrm>
              <a:custGeom>
                <a:avLst/>
                <a:gdLst>
                  <a:gd name="csX0" fmla="*/ 1686388 w 3173748"/>
                  <a:gd name="csY0" fmla="*/ 0 h 4311312"/>
                  <a:gd name="csX1" fmla="*/ 3070688 w 3173748"/>
                  <a:gd name="csY1" fmla="*/ 2247900 h 4311312"/>
                  <a:gd name="csX2" fmla="*/ 2759538 w 3173748"/>
                  <a:gd name="csY2" fmla="*/ 4108450 h 4311312"/>
                  <a:gd name="csX3" fmla="*/ 276688 w 3173748"/>
                  <a:gd name="csY3" fmla="*/ 4216400 h 4311312"/>
                  <a:gd name="csX4" fmla="*/ 60788 w 3173748"/>
                  <a:gd name="csY4" fmla="*/ 3702050 h 431131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3173748" h="4311312">
                    <a:moveTo>
                      <a:pt x="1686388" y="0"/>
                    </a:moveTo>
                    <a:cubicBezTo>
                      <a:pt x="2289109" y="781579"/>
                      <a:pt x="2891830" y="1563158"/>
                      <a:pt x="3070688" y="2247900"/>
                    </a:cubicBezTo>
                    <a:cubicBezTo>
                      <a:pt x="3249546" y="2932642"/>
                      <a:pt x="3225205" y="3780367"/>
                      <a:pt x="2759538" y="4108450"/>
                    </a:cubicBezTo>
                    <a:cubicBezTo>
                      <a:pt x="2293871" y="4436533"/>
                      <a:pt x="726480" y="4284133"/>
                      <a:pt x="276688" y="4216400"/>
                    </a:cubicBezTo>
                    <a:cubicBezTo>
                      <a:pt x="-173104" y="4148667"/>
                      <a:pt x="60788" y="3779308"/>
                      <a:pt x="60788" y="3702050"/>
                    </a:cubicBezTo>
                  </a:path>
                </a:pathLst>
              </a:custGeom>
              <a:noFill/>
              <a:ln w="76200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D719B7C6-38E7-9D7E-F3BD-36FB2A9BD2DB}"/>
                  </a:ext>
                </a:extLst>
              </p:cNvPr>
              <p:cNvSpPr/>
              <p:nvPr/>
            </p:nvSpPr>
            <p:spPr>
              <a:xfrm>
                <a:off x="6476988" y="4222750"/>
                <a:ext cx="114496" cy="898700"/>
              </a:xfrm>
              <a:custGeom>
                <a:avLst/>
                <a:gdLst>
                  <a:gd name="csX0" fmla="*/ 120663 w 127038"/>
                  <a:gd name="csY0" fmla="*/ 0 h 1047750"/>
                  <a:gd name="csX1" fmla="*/ 13 w 127038"/>
                  <a:gd name="csY1" fmla="*/ 692150 h 1047750"/>
                  <a:gd name="csX2" fmla="*/ 127013 w 127038"/>
                  <a:gd name="csY2" fmla="*/ 1047750 h 10477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127038" h="1047750">
                    <a:moveTo>
                      <a:pt x="120663" y="0"/>
                    </a:moveTo>
                    <a:cubicBezTo>
                      <a:pt x="59809" y="258762"/>
                      <a:pt x="-1045" y="517525"/>
                      <a:pt x="13" y="692150"/>
                    </a:cubicBezTo>
                    <a:cubicBezTo>
                      <a:pt x="1071" y="866775"/>
                      <a:pt x="129130" y="1021292"/>
                      <a:pt x="127013" y="1047750"/>
                    </a:cubicBezTo>
                  </a:path>
                </a:pathLst>
              </a:custGeom>
              <a:noFill/>
              <a:ln w="76200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A8397FBE-66D3-4290-65A6-F8EB39ACC8C3}"/>
              </a:ext>
            </a:extLst>
          </p:cNvPr>
          <p:cNvSpPr txBox="1"/>
          <p:nvPr/>
        </p:nvSpPr>
        <p:spPr>
          <a:xfrm>
            <a:off x="838200" y="96838"/>
            <a:ext cx="212910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+mj-lt"/>
              </a:rPr>
              <a:t>Activity:</a:t>
            </a:r>
          </a:p>
        </p:txBody>
      </p:sp>
      <p:pic>
        <p:nvPicPr>
          <p:cNvPr id="14" name="Picture 13" descr="Arduino - Sound Sensor - Servo Motor | Arduino Tutorial">
            <a:extLst>
              <a:ext uri="{FF2B5EF4-FFF2-40B4-BE49-F238E27FC236}">
                <a16:creationId xmlns:a16="http://schemas.microsoft.com/office/drawing/2014/main" id="{74C3C9F8-51C9-BD62-C6D1-8D3ABC19F69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70937" t="30098" b="25796"/>
          <a:stretch>
            <a:fillRect/>
          </a:stretch>
        </p:blipFill>
        <p:spPr>
          <a:xfrm>
            <a:off x="3764900" y="4309481"/>
            <a:ext cx="2657475" cy="2142501"/>
          </a:xfrm>
          <a:prstGeom prst="rect">
            <a:avLst/>
          </a:prstGeom>
        </p:spPr>
      </p:pic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67A80640-44BD-50D6-474A-84DEC2F94E86}"/>
              </a:ext>
            </a:extLst>
          </p:cNvPr>
          <p:cNvSpPr/>
          <p:nvPr/>
        </p:nvSpPr>
        <p:spPr>
          <a:xfrm>
            <a:off x="3335961" y="360112"/>
            <a:ext cx="6179588" cy="5701082"/>
          </a:xfrm>
          <a:custGeom>
            <a:avLst/>
            <a:gdLst>
              <a:gd name="csX0" fmla="*/ 397839 w 6179588"/>
              <a:gd name="csY0" fmla="*/ 5697788 h 5701082"/>
              <a:gd name="csX1" fmla="*/ 73989 w 6179588"/>
              <a:gd name="csY1" fmla="*/ 5478713 h 5701082"/>
              <a:gd name="csX2" fmla="*/ 254964 w 6179588"/>
              <a:gd name="csY2" fmla="*/ 4278563 h 5701082"/>
              <a:gd name="csX3" fmla="*/ 2560014 w 6179588"/>
              <a:gd name="csY3" fmla="*/ 2621213 h 5701082"/>
              <a:gd name="csX4" fmla="*/ 3017214 w 6179588"/>
              <a:gd name="csY4" fmla="*/ 287588 h 5701082"/>
              <a:gd name="csX5" fmla="*/ 5465139 w 6179588"/>
              <a:gd name="csY5" fmla="*/ 78038 h 5701082"/>
              <a:gd name="csX6" fmla="*/ 6141414 w 6179588"/>
              <a:gd name="csY6" fmla="*/ 659063 h 5701082"/>
              <a:gd name="csX7" fmla="*/ 6141414 w 6179588"/>
              <a:gd name="csY7" fmla="*/ 668588 h 570108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6179588" h="5701082">
                <a:moveTo>
                  <a:pt x="397839" y="5697788"/>
                </a:moveTo>
                <a:cubicBezTo>
                  <a:pt x="247820" y="5706519"/>
                  <a:pt x="97801" y="5715250"/>
                  <a:pt x="73989" y="5478713"/>
                </a:cubicBezTo>
                <a:cubicBezTo>
                  <a:pt x="50177" y="5242176"/>
                  <a:pt x="-159373" y="4754813"/>
                  <a:pt x="254964" y="4278563"/>
                </a:cubicBezTo>
                <a:cubicBezTo>
                  <a:pt x="669301" y="3802313"/>
                  <a:pt x="2099639" y="3286375"/>
                  <a:pt x="2560014" y="2621213"/>
                </a:cubicBezTo>
                <a:cubicBezTo>
                  <a:pt x="3020389" y="1956051"/>
                  <a:pt x="2533027" y="711450"/>
                  <a:pt x="3017214" y="287588"/>
                </a:cubicBezTo>
                <a:cubicBezTo>
                  <a:pt x="3501401" y="-136274"/>
                  <a:pt x="4944439" y="16126"/>
                  <a:pt x="5465139" y="78038"/>
                </a:cubicBezTo>
                <a:cubicBezTo>
                  <a:pt x="5985839" y="139950"/>
                  <a:pt x="6141414" y="659063"/>
                  <a:pt x="6141414" y="659063"/>
                </a:cubicBezTo>
                <a:cubicBezTo>
                  <a:pt x="6254126" y="757488"/>
                  <a:pt x="6074739" y="655888"/>
                  <a:pt x="6141414" y="668588"/>
                </a:cubicBezTo>
              </a:path>
            </a:pathLst>
          </a:cu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1B24769-494D-4D39-9C5E-62896069F1E0}"/>
              </a:ext>
            </a:extLst>
          </p:cNvPr>
          <p:cNvSpPr/>
          <p:nvPr/>
        </p:nvSpPr>
        <p:spPr>
          <a:xfrm>
            <a:off x="3084866" y="1390650"/>
            <a:ext cx="4420834" cy="5171674"/>
          </a:xfrm>
          <a:custGeom>
            <a:avLst/>
            <a:gdLst>
              <a:gd name="csX0" fmla="*/ 4420834 w 4420834"/>
              <a:gd name="csY0" fmla="*/ 0 h 5171674"/>
              <a:gd name="csX1" fmla="*/ 3382609 w 4420834"/>
              <a:gd name="csY1" fmla="*/ 952500 h 5171674"/>
              <a:gd name="csX2" fmla="*/ 3363559 w 4420834"/>
              <a:gd name="csY2" fmla="*/ 3057525 h 5171674"/>
              <a:gd name="csX3" fmla="*/ 3382609 w 4420834"/>
              <a:gd name="csY3" fmla="*/ 4905375 h 5171674"/>
              <a:gd name="csX4" fmla="*/ 239359 w 4420834"/>
              <a:gd name="csY4" fmla="*/ 5153025 h 5171674"/>
              <a:gd name="csX5" fmla="*/ 267934 w 4420834"/>
              <a:gd name="csY5" fmla="*/ 4838700 h 5171674"/>
              <a:gd name="csX6" fmla="*/ 667984 w 4420834"/>
              <a:gd name="csY6" fmla="*/ 4829175 h 517167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4420834" h="5171674">
                <a:moveTo>
                  <a:pt x="4420834" y="0"/>
                </a:moveTo>
                <a:cubicBezTo>
                  <a:pt x="3989827" y="221456"/>
                  <a:pt x="3558821" y="442913"/>
                  <a:pt x="3382609" y="952500"/>
                </a:cubicBezTo>
                <a:cubicBezTo>
                  <a:pt x="3206397" y="1462087"/>
                  <a:pt x="3363559" y="2398713"/>
                  <a:pt x="3363559" y="3057525"/>
                </a:cubicBezTo>
                <a:cubicBezTo>
                  <a:pt x="3363559" y="3716337"/>
                  <a:pt x="3903309" y="4556125"/>
                  <a:pt x="3382609" y="4905375"/>
                </a:cubicBezTo>
                <a:cubicBezTo>
                  <a:pt x="2861909" y="5254625"/>
                  <a:pt x="758471" y="5164137"/>
                  <a:pt x="239359" y="5153025"/>
                </a:cubicBezTo>
                <a:cubicBezTo>
                  <a:pt x="-279753" y="5141913"/>
                  <a:pt x="196497" y="4892675"/>
                  <a:pt x="267934" y="4838700"/>
                </a:cubicBezTo>
                <a:cubicBezTo>
                  <a:pt x="339371" y="4784725"/>
                  <a:pt x="585434" y="4813300"/>
                  <a:pt x="667984" y="4829175"/>
                </a:cubicBezTo>
              </a:path>
            </a:pathLst>
          </a:cu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B6DD65F-3A5F-D1F0-E32B-6DF2E0C8745C}"/>
              </a:ext>
            </a:extLst>
          </p:cNvPr>
          <p:cNvSpPr/>
          <p:nvPr/>
        </p:nvSpPr>
        <p:spPr>
          <a:xfrm>
            <a:off x="3512471" y="4367155"/>
            <a:ext cx="6049042" cy="1566920"/>
          </a:xfrm>
          <a:custGeom>
            <a:avLst/>
            <a:gdLst>
              <a:gd name="csX0" fmla="*/ 5974429 w 6049042"/>
              <a:gd name="csY0" fmla="*/ 71495 h 1566920"/>
              <a:gd name="csX1" fmla="*/ 5612479 w 6049042"/>
              <a:gd name="csY1" fmla="*/ 719195 h 1566920"/>
              <a:gd name="csX2" fmla="*/ 2640679 w 6049042"/>
              <a:gd name="csY2" fmla="*/ 61970 h 1566920"/>
              <a:gd name="csX3" fmla="*/ 354679 w 6049042"/>
              <a:gd name="csY3" fmla="*/ 166745 h 1566920"/>
              <a:gd name="csX4" fmla="*/ 2254 w 6049042"/>
              <a:gd name="csY4" fmla="*/ 1290695 h 1566920"/>
              <a:gd name="csX5" fmla="*/ 230854 w 6049042"/>
              <a:gd name="csY5" fmla="*/ 1566920 h 156692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6049042" h="1566920">
                <a:moveTo>
                  <a:pt x="5974429" y="71495"/>
                </a:moveTo>
                <a:cubicBezTo>
                  <a:pt x="6071266" y="396138"/>
                  <a:pt x="6168104" y="720782"/>
                  <a:pt x="5612479" y="719195"/>
                </a:cubicBezTo>
                <a:cubicBezTo>
                  <a:pt x="5056854" y="717608"/>
                  <a:pt x="3516979" y="154045"/>
                  <a:pt x="2640679" y="61970"/>
                </a:cubicBezTo>
                <a:cubicBezTo>
                  <a:pt x="1764379" y="-30105"/>
                  <a:pt x="794416" y="-38042"/>
                  <a:pt x="354679" y="166745"/>
                </a:cubicBezTo>
                <a:cubicBezTo>
                  <a:pt x="-85058" y="371532"/>
                  <a:pt x="22891" y="1057333"/>
                  <a:pt x="2254" y="1290695"/>
                </a:cubicBezTo>
                <a:cubicBezTo>
                  <a:pt x="-18383" y="1524057"/>
                  <a:pt x="106235" y="1545488"/>
                  <a:pt x="230854" y="1566920"/>
                </a:cubicBezTo>
              </a:path>
            </a:pathLst>
          </a:custGeom>
          <a:noFill/>
          <a:ln w="762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F3C17084-AB02-F93D-67D6-ADF4AB8CD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150541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0EAEAF21-244B-476A-8AC7-2F244C13165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369CBCA-C40F-D48E-6D9F-5D884F308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else can you do with this setup?</a:t>
            </a:r>
          </a:p>
        </p:txBody>
      </p:sp>
    </p:spTree>
    <p:extLst>
      <p:ext uri="{BB962C8B-B14F-4D97-AF65-F5344CB8AC3E}">
        <p14:creationId xmlns:p14="http://schemas.microsoft.com/office/powerpoint/2010/main" val="277891831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AC361-0D7A-DC05-86B5-6DD77D322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876" y="764502"/>
            <a:ext cx="5315035" cy="5328996"/>
          </a:xfrm>
          <a:noFill/>
        </p:spPr>
        <p:txBody>
          <a:bodyPr/>
          <a:lstStyle/>
          <a:p>
            <a:r>
              <a:rPr lang="en-US" sz="5400" dirty="0"/>
              <a:t>Thank you!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E98EFF-197D-3136-70B9-7BBD30A489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5455" y="755171"/>
            <a:ext cx="4619937" cy="5315035"/>
          </a:xfrm>
          <a:noFill/>
        </p:spPr>
        <p:txBody>
          <a:bodyPr>
            <a:normAutofit/>
          </a:bodyPr>
          <a:lstStyle/>
          <a:p>
            <a:r>
              <a:rPr lang="en-US" b="1" dirty="0"/>
              <a:t>Sandesh G. Bhat</a:t>
            </a:r>
          </a:p>
          <a:p>
            <a:r>
              <a:rPr lang="en-US" dirty="0"/>
              <a:t>Assistive Systems and Robotics Engineering</a:t>
            </a:r>
          </a:p>
          <a:p>
            <a:r>
              <a:rPr lang="en-US" dirty="0"/>
              <a:t>bhatsg@uwec.edu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89D598-1B6F-D4CB-9689-B20EC6FF8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2484837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TM78504181">
      <a:dk1>
        <a:srgbClr val="000000"/>
      </a:dk1>
      <a:lt1>
        <a:srgbClr val="FFFFFF"/>
      </a:lt1>
      <a:dk2>
        <a:srgbClr val="FFF8F4"/>
      </a:dk2>
      <a:lt2>
        <a:srgbClr val="E8E8E8"/>
      </a:lt2>
      <a:accent1>
        <a:srgbClr val="EE7660"/>
      </a:accent1>
      <a:accent2>
        <a:srgbClr val="4D90EF"/>
      </a:accent2>
      <a:accent3>
        <a:srgbClr val="5B5160"/>
      </a:accent3>
      <a:accent4>
        <a:srgbClr val="2BC2B4"/>
      </a:accent4>
      <a:accent5>
        <a:srgbClr val="C097F8"/>
      </a:accent5>
      <a:accent6>
        <a:srgbClr val="FF9413"/>
      </a:accent6>
      <a:hlink>
        <a:srgbClr val="467886"/>
      </a:hlink>
      <a:folHlink>
        <a:srgbClr val="96607D"/>
      </a:folHlink>
    </a:clrScheme>
    <a:fontScheme name="Custom 49">
      <a:majorFont>
        <a:latin typeface="Tw Cen MT"/>
        <a:ea typeface=""/>
        <a:cs typeface=""/>
      </a:majorFont>
      <a:minorFont>
        <a:latin typeface="Avenir Next LT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M78504181_Win32_SL_V11" id="{D9600F65-346D-4C25-A611-673E5C44A142}" vid="{299F2556-E258-444F-A1E6-FA759CE2285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130005B-6102-4F3C-A26F-485DF1BF9717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4E60708A-6461-4D7F-883F-7E25D731D32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BC90B52-91C7-4BE9-8AE0-180FFFE1100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Shapes presentation</Template>
  <TotalTime>3614</TotalTime>
  <Words>680</Words>
  <Application>Microsoft Office PowerPoint</Application>
  <PresentationFormat>Widescreen</PresentationFormat>
  <Paragraphs>169</Paragraphs>
  <Slides>32</Slides>
  <Notes>9</Notes>
  <HiddenSlides>0</HiddenSlides>
  <MMClips>3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9" baseType="lpstr">
      <vt:lpstr>Aptos</vt:lpstr>
      <vt:lpstr>Arial</vt:lpstr>
      <vt:lpstr>Avenir Next LT Pro</vt:lpstr>
      <vt:lpstr>Avenir Next LT Pro Light</vt:lpstr>
      <vt:lpstr>Calibri</vt:lpstr>
      <vt:lpstr>Tw Cen MT</vt:lpstr>
      <vt:lpstr>Custom</vt:lpstr>
      <vt:lpstr>Assistive Robotics  Part 1</vt:lpstr>
      <vt:lpstr>Sandesh G. Bhat, Ph.D.</vt:lpstr>
      <vt:lpstr>Agenda</vt:lpstr>
      <vt:lpstr>Introduction to Robotics</vt:lpstr>
      <vt:lpstr>Introduction to Robotics</vt:lpstr>
      <vt:lpstr>What Robots have you seen/used/heard of?</vt:lpstr>
      <vt:lpstr>PowerPoint Presentation</vt:lpstr>
      <vt:lpstr>Surgical Robotics</vt:lpstr>
      <vt:lpstr>PowerPoint Presentation</vt:lpstr>
      <vt:lpstr>PowerPoint Presentation</vt:lpstr>
      <vt:lpstr>Introduction to Robotics</vt:lpstr>
      <vt:lpstr>Workshop Project</vt:lpstr>
      <vt:lpstr>Workshop Project</vt:lpstr>
      <vt:lpstr>Workshop Project</vt:lpstr>
      <vt:lpstr>Simple Electronics</vt:lpstr>
      <vt:lpstr>Conductors vs. insulators</vt:lpstr>
      <vt:lpstr>What is a Circuit?</vt:lpstr>
      <vt:lpstr>Easy Circuits</vt:lpstr>
      <vt:lpstr>Microcontroller</vt:lpstr>
      <vt:lpstr>Wiring Rules</vt:lpstr>
      <vt:lpstr>Simple Coding</vt:lpstr>
      <vt:lpstr>Simple Coding</vt:lpstr>
      <vt:lpstr>Blink the onboard LED</vt:lpstr>
      <vt:lpstr>Blink the onboard LED</vt:lpstr>
      <vt:lpstr>Servo Motors</vt:lpstr>
      <vt:lpstr>Servo Motors</vt:lpstr>
      <vt:lpstr>Servo Motors: Connections</vt:lpstr>
      <vt:lpstr>Servo Motors: Control</vt:lpstr>
      <vt:lpstr>Simple motor control</vt:lpstr>
      <vt:lpstr>Simple motor control</vt:lpstr>
      <vt:lpstr>What else can you do with this setup?</vt:lpstr>
      <vt:lpstr>Thank you!</vt:lpstr>
    </vt:vector>
  </TitlesOfParts>
  <Company>UWEC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Bhat, Sandesh Ganapati</dc:creator>
  <cp:lastModifiedBy>Bhat, Sandesh Ganapati</cp:lastModifiedBy>
  <cp:revision>1</cp:revision>
  <dcterms:created xsi:type="dcterms:W3CDTF">2026-07-21T15:06:24Z</dcterms:created>
  <dcterms:modified xsi:type="dcterms:W3CDTF">2026-07-25T18:17:19Z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